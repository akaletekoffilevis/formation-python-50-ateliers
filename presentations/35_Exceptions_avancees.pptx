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Exceptions Avancées et Débogage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Assertions, logs, et debugging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ses propres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les assertions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Déboguer avec print et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les stacks traces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Créer ses propres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Parfois, les exceptions Python ne sont pas assez précises.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Solution : créer SES PROPRES classes d'exception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class SoldeInsuffisantError(Exception):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"""Exception quand le solde est insuffisant."""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class CompteInexistantError(Exception):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"""Exception quand le compte nexiste pas."""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def __init__(self, numero):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self.numero = numero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super().__init__(f"Compte {numero} inexistant")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Avantages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Messages clairs et spécifiques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On peut les attraper SÉLECTIVEMENT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On peut ajouter des attributs personnalisés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Exceptions personnalisées en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SoldeInsuffisantError(Exception):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CompteBancaire: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solde=0):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self.solde = solde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retirer(self, montant):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montant &gt; self.solde: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raise SoldeInsuffisantError(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    f"Solde {self.solde} &lt; {montant}")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self.solde -= montant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 = CompteBancaire(50)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c.retirer(100)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except SoldeInsuffisantError as 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print(f"❌ {e}")  # Solde 50 &lt;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Avantage : on peut capturer UNIQUEMENT cette erreur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et laisser les autres exceptions normales passer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Assertions - assert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assert condition, "message si faux"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Vérifier une précondition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diviser(a, b):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b != 0, "Division par zéro !"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a /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Vérifier une hypothèse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calculer_moyenne(notes):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len(notes) &gt; 0, "Liste vide"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all(0 &lt;= n &lt;= 20 for n in notes), "Note invalide"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sum(notes) / len(notes)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Test invariant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ajouter_element(liste, element):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taille_avant = len(liste)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liste.append(element)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len(liste) == taille_avant + 1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ASTUCE : les assertions sont DÉSACTIVÉES avec -O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python -O mon_programme.py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Utile en production : ne PAS utiliser assert pour la validation utilisateur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Pour valider des entrées : privilégier if + raise ValueError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Déboguer efficacement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Techniques de débogage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print() - la méthode du pauvre (mais efficace)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print(f"DEBUG: x={x}, type={type(x)}")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Le module logging (plus professionnel)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import logging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logging.basicConfig(level=logging.DEBUG)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logging.debug("Message de debug")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logging.info("Information")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logging.warning("Attention 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logging.error("Erreur 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pdb - Python Debugger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import pdb; pdb.set_trace()  # point d'arrêt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breakpoint() - Python 3.7+ (recommandé)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breakpoint()  # s'arrête ici, console interactive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Lecture de la stack trace (la plus IMPORTANTE 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Lire une Stack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Quand une erreur arrive, Python affiche une stack trace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Traceback (most recent call last):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File "main.py", line 10, in &lt;module&gt;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resultat = diviser(10, 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File "main.py", line 5, in diviser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return a /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ZeroDivisionError: division by zero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🔑 À lire DU BAS VERS LE HAUT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En bas : le TYPE d'erreur et le MESSAGE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Au-dessus : la LIGNE qui a causé l'erreur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Encore au-dessus : la FONCTION qui appelait...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Tout en haut : le point d'entrée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Exercice : trouve l'erreur dans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def traiter(data): return data['valeur'] + 10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config = {'nom': 'test'}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print(traiter(config))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Validation robuste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système de gestion de bibliothèque avec :</a:t>
            </a:r>
            <a:br/>
            <a:br/>
            <a:r>
              <a:t>1. Exception LivreNonTrouveError (personnalisée)</a:t>
            </a:r>
            <a:br/>
            <a:r>
              <a:t>2. Exception EmpruntImpossibleError (avec raison)</a:t>
            </a:r>
            <a:br/>
            <a:r>
              <a:t>3. Classe Livre avec : titre, auteur, emprunté</a:t>
            </a:r>
            <a:br/>
            <a:r>
              <a:t>4. Classe Bibliotheque avec :</a:t>
            </a:r>
            <a:br/>
            <a:r>
              <a:t>   - ajouter(titre, auteur)</a:t>
            </a:r>
            <a:br/>
            <a:r>
              <a:t>   - emprunter(titre) → lève LivreNonTrouveError ou EmpruntImpossibleError</a:t>
            </a:r>
            <a:br/>
            <a:r>
              <a:t>   - retourner(titre)</a:t>
            </a:r>
            <a:br/>
            <a:r>
              <a:t>   - lister()</a:t>
            </a:r>
            <a:br/>
            <a:r>
              <a:t>5. Utilise assert pour valider que les titres ne sont pas vides</a:t>
            </a:r>
            <a:br/>
            <a:r>
              <a:t>6. Ajoute logging pour tracer les emprunts/retours</a:t>
            </a:r>
            <a:br/>
            <a:r>
              <a:t>7. Ajoute un bloc try/except dans le menu principal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Créer ses exceptions : class MonErreur(Exception)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assert condition, message → vérifier des hypothèses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logging : DEBUG, INFO, WARNING,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breakpoint() → console interactive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Stack trace se lit du bas vers le haut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assert désactivé en production (-O), logging toujours actif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