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1 - Culture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Qu'est-ce que la programmation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Algorithmes, langages, compilateurs et interpréteurs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ce qu'est un algorithme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la différence entre compilateur et interpréteur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ce qui distingue les langages de programmation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 processus de création d'un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Algorithme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Un algorithme est une suite d'instructions étape par étape pour résoudre un problème. C'est la recette, le plan, avant d'écrire le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Exemple : Algorithme pour faire un café</a:t>
            </a:r>
            <a:br/>
            <a:r>
              <a:t>1. Prendre une tasse</a:t>
            </a:r>
            <a:br/>
            <a:r>
              <a:t>2. Mettre le café dans la machine</a:t>
            </a:r>
            <a:br/>
            <a:r>
              <a:t>3. Ajouter de l'eau</a:t>
            </a:r>
            <a:br/>
            <a:r>
              <a:t>4. Allumer la machine</a:t>
            </a:r>
            <a:br/>
            <a:r>
              <a:t>5. Attendre que ça coule</a:t>
            </a:r>
            <a:br/>
            <a:r>
              <a:t>6. Servir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Algorithme du quotidien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utilises des algorithmes tous les jours sans le savoir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Se brosser les dents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1. Prendre la brosse à dents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2. Mettre du dentifrice sur la brosse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3. Ouvrir le robinet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4. Mouiller la brosse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5. Fermer le robinet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6. Brosser les dents pendant 2 minutes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7. Cracher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8. Rincer la brosse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exactement ça, un algorithme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Des étapes précises, dans le bon ordre, pour arriver à un résultat.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concepts clés d'un algorithme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1. SÉQUENCE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instructions s'exécutent dans l'ordre, une par une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 Faire A, puis B, puis 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2. SÉLECTION (Condition)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Faire quelque chose seulement SI une condition est vraie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 SI il pleut ALORS prendre un parapluie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3. ITÉRATION (Boucle)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Répéter une action plusieurs fois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 POUR chaque dent, brosser 10 fois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Ces 3 concepts sont UNIVERSELS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Tous les langages de programmation les utilisent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Algorithme → Code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Algorithme : Deviner un nombre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1. Choisir un nombre secret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nombre_secret = 42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2. Demander un nombre à l'utilisateur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proposition = int(input("Devine le nombre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3. Vérifier la proposition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proposition == nombre_secret: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print("Bravo ! Tu as deviné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elif proposition &lt; nombre_secret: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print("Trop petit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print("Trop grand 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Chaque ligne de code correspond à une étape de l'algorithme. On voit les 3 concepts : séquence, condition (if/elif/else), et bientôt les boucles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Langages de programmation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Pourquoi tant de langages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Chaque langage est conçu pour un type de tâche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Certains sont plus faciles, d'autres plus puissants ou plus rapides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grandes familles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Python : facile à lire, idéal pour débuter, data science, IA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JavaScript : le langage du web (sites internet)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Java : applications d'entreprise, Android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C/C++ : jeu vidéo, systèmes, performances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Rust : sécurité, systèmes modernes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Go : serveurs, outils réseaux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Kotlin : Android moderne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Swift : applications Apple (iOS, Mac)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Compilateur vs Interpréteur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Problème : Le processeur ne comprend que le binaire (0 et 1)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On ne va pas écrire en 0 et 1 ! Il faut traduire notre code en langage machine.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Deux approches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🔨 COMPILATEUR (C, C++, Rust, Go)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Traduit TOUT le code en une fois en fichier exécutable (.exe)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Avantage : programme très rapide, prêt à l'emploi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Inconvénient : si tu changes le code, tu dois recompiler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⚡ INTERPRÉTEUR (Python, JavaScript, Ruby, PHP)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Traduit et exécute le code ligne par ligne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Avantage : facile de tester, pas besoin de recompiler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Inconvénient : un peu plus lent que du code compilé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Python est un langage interprété → on peut tester immédiatement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 cycle de vie d'un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Du problème à la solution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1️⃣ ANALYSER le problème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Comprendre ce qu'on doit faire, poser des questions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2️⃣ CONCEVOIR un algorithme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Trouver la solution étape par étape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3️⃣ ÉCRIRE le code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Traduire l'algorithme dans un langage (Python)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4️⃣ TESTER le programme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Vérifier que ça marche, chercher les bugs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5️⃣ CORRIGER et AMÉLIORER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Répéter les étapes 3-4 jusqu'à ce que ça marche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🔄 C'est normal de faire plusieurs allers-retours entre 3, 4 et 5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apprendre Python en premier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🔷 PYTHON EST PARFAIT POUR DÉBUTER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✅   Syntaxe simple et lisible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 On dirait presque de l'anglais ! Pas de accolades partout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✅   Pas de compilation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 On écrit et on exécute directement, idéal pour tester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✅   Très polyvalent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 Sites web, jeux, data science, IA, applications...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✅   Grande communauté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 Des millions de développeurs, des tonnes de tutoriels et librairies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✅   Très demandé en entreprise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   Un des langages les mieux payés et les plus utilisés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 algorithme est une suite d'étapes pour résoudre un problème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3 concepts clés : séquence, sélection (condition), itération (boucle)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 langage de programmation permet d'écrire des algorithmes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Compilateur = traduction en une fois, Interpréteur = ligne par ligne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Python est idéal pour débuter : simple, lisible, polyvalent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Programmer = problème → algorithme → code → test →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