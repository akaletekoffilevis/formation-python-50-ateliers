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8288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35"/>
                </a:solidFill>
                <a:latin typeface="Calibri"/>
              </a:defRPr>
            </a:pPr>
            <a:r>
              <a:t>Partie 3 - Fonctions &amp;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37744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Gestion des Erreurs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84048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6C757D"/>
                </a:solidFill>
                <a:latin typeface="Calibri"/>
              </a:defRPr>
            </a:pPr>
            <a:r>
              <a:t>try/except pour un code robuste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4754880"/>
            <a:ext cx="2743200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C757D"/>
                </a:solidFill>
                <a:latin typeface="Calibri"/>
              </a:defRPr>
            </a:pPr>
            <a:r>
              <a:t>Cours de Programmation Python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Objectifs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Comprendre les exceptions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Utiliser try/except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Connaître les types d'exceptions courants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700">
                <a:solidFill>
                  <a:srgbClr val="0A0A2E"/>
                </a:solidFill>
                <a:latin typeface="Calibri"/>
              </a:defRPr>
            </a:pPr>
            <a:r>
              <a:t>✅  Utiliser finally et else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Pourquoi gérer les erreurs 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Un programme peut planter pour plusieurs raisons 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- L'utilisateur entre "abc" quand on attend un nombre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- Un fichier n'existe pas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- Division par zéro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- Connexion Internet perdue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SANS gestion d'erreur → le programme CRASH (s'arrête brutalement)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AVEC gestion d'erreur → on peut continuer ou montrer un message utile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try: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age = int(input("Âge : "))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except ValueError: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print("Ce n'est pas un nombre valide !")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    age = 0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Syntaxe complète de try/except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try: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# Code qui pourrait planter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fichier = open("inexistant.txt", "r")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nombre = int(input("Nombre 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resultat = 10 / nombre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except FileNotFoundError: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print("Le fichier n'existe pas")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except ValueError: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print("Entrez un nombre valide")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except ZeroDivisionError: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print("Division par zéro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except Exception as 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print(f"Erreur inattendue: {e}")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else: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print(f"Résultat: {resultat}")  # si PAS d'erreur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finally: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print("Toujours exécuté")  # nettoyage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finally = fermer fichiers, libérer ressources...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Exceptions courantes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ValueError : valeur incorrecte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int("abc")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TypeError : opération sur un type inapproprié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"texte" + 5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ZeroDivisionError : division par zéro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10 / 0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FileNotFoundError : fichier introuvable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open("inconnu.txt")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IndexError : index hors limites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liste = [1, 2, 3]; liste[10]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KeyError : clé inexistante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d = {"a": 1}; d["b"]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ImportError : module introuvable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800" b="1">
                <a:solidFill>
                  <a:srgbClr val="0A0A2E"/>
                </a:solidFill>
                <a:latin typeface="Calibri"/>
              </a:defRPr>
            </a:pPr>
            <a:r>
              <a:t>import module_inexistant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Astuces et bonnes pratiques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1. Attraper avec message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try: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resultat = 10 / 0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except ZeroDivisionError as 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print(f"Erreur: {e}")  # division by zero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2. Grouper plusieurs exceptions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try: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valeur = int(input("Nombre: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except (ValueError, TypeError):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print("Entrée invalide")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3. Ne JAMAIS faire : except nu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try: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...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except:  # masque tout !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pass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4. raise : déclencher une exception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diviser(a, b):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if b == 0: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raise ValueError("Division par zéro interdite")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return a / 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raise permet de créer TES PROPRES erreurs pour valider des entrées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1A1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Exemple complet : saisie robuste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097280"/>
            <a:ext cx="8046720" cy="411480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7680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demander_entier(message):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"""Demander un entier de manière robuste."""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while True: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try: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    return int(input(message))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except ValueError: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    print("Nombre invalide !")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def demander_entre_bornes(mini, maxi):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while True: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try: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    v = int(input(f"Entre {mini}-{maxi}: "))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    if mini &lt;= v &lt;= maxi: return v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except ValueError: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            print("Invalide")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# Utilisation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age = demander_entre_bornes(0, 120)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300">
                <a:solidFill>
                  <a:srgbClr val="CDD6F4"/>
                </a:solidFill>
                <a:latin typeface="Consolas"/>
              </a:defRPr>
            </a:pPr>
            <a:r>
              <a:t>note = demander_entre_bornes(0, 20)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39496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6C757D"/>
                </a:solidFill>
                <a:latin typeface="Calibri"/>
              </a:defRPr>
            </a:pPr>
            <a:r>
              <a:t> Cette technique est très utilisée dans les vrais programmes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82296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Calibri"/>
              </a:defRPr>
            </a:pPr>
            <a:r>
              <a:t>  Exercice : Saisie sécurisée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0A0A2E"/>
                </a:solidFill>
                <a:latin typeface="Calibri"/>
              </a:defRPr>
            </a:pPr>
            <a:r>
              <a:t>1. Crée une fonction lire_entier(message) qui :</a:t>
            </a:r>
            <a:br/>
            <a:r>
              <a:t>   - Affiche le message</a:t>
            </a:r>
            <a:br/>
            <a:r>
              <a:t>   - Essaie de convertir en int</a:t>
            </a:r>
            <a:br/>
            <a:r>
              <a:t>   - Si erreur → "Erreur !" et redemande</a:t>
            </a:r>
            <a:br/>
            <a:r>
              <a:t>   - Continue jusqu'à obtenir un entier valide</a:t>
            </a:r>
            <a:br/>
            <a:br/>
            <a:r>
              <a:t>2. Crée un mini programme de calcul :</a:t>
            </a:r>
            <a:br/>
            <a:r>
              <a:t>   - Demande 2 nombres avec lire_entier()</a:t>
            </a:r>
            <a:br/>
            <a:r>
              <a:t>   - Demande l'opération (+, -, *, /)</a:t>
            </a:r>
            <a:br/>
            <a:r>
              <a:t>   - Gère la division par zéro</a:t>
            </a:r>
            <a:br/>
            <a:r>
              <a:t>   - Affiche le résultat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657600"/>
            <a:ext cx="8046720" cy="2926080"/>
          </a:xfrm>
          <a:prstGeom prst="round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76809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def lire_entier(message):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while True: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try: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  return int(input(message))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except ValueError: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        print("Entrez un nombre valide")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a = lire_entier("a : "); b = lire_entier("b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op = input("Opération (+, -, *, /) : 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if op == '+': print(f"{a}+{b}={a+b}")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op == '-': print(f"{a}-{b}={a-b}")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op == '*': print(f"{a}*{b}={a*b}")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elif op == '/':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try: print(f"{a}/{b}={a/b}")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100">
                <a:solidFill>
                  <a:srgbClr val="CDD6F4"/>
                </a:solidFill>
                <a:latin typeface="Consolas"/>
              </a:defRPr>
            </a:pPr>
            <a:r>
              <a:t>    except ZeroDivisionError: print("/0!")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383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B2FF7"/>
                </a:solidFill>
                <a:latin typeface="Calibri"/>
              </a:defRPr>
            </a:pPr>
            <a:r>
              <a:t>Solution :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7B2F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6576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  Ce qu'il faut retenir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743200" cy="3657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Les exceptions sont des erreurs qui peuvent arriver pendant l'exécution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try = bloc à risque, except = gestion, finally = toujours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else s'exécute si PAS d'erreur dans try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Attrape des exceptions SPÉCIFIQUES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raise pour déclencher volontairement</a:t>
            </a:r>
          </a:p>
          <a:p>
            <a:pPr>
              <a:spcBef>
                <a:spcPts val="600"/>
              </a:spcBef>
              <a:spcAft>
                <a:spcPts val="400"/>
              </a:spcAft>
              <a:defRPr sz="1600">
                <a:solidFill>
                  <a:srgbClr val="DEE2E6"/>
                </a:solidFill>
                <a:latin typeface="Calibri"/>
              </a:defRPr>
            </a:pPr>
            <a:r>
              <a:t>✦  La gestion d'erreur rend les programmes ROBUSTES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20840"/>
            <a:ext cx="12191695" cy="36576"/>
          </a:xfrm>
          <a:prstGeom prst="rect">
            <a:avLst/>
          </a:prstGeom>
          <a:solidFill>
            <a:srgbClr val="06D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