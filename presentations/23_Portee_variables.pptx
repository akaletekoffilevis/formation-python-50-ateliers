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3 - Fonctions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Portée des Variables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Où les variables sont-elles accessibles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la notion de portée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Distinguer variable locale et globale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Connaître l'ordre LEGB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global et nonlocal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C'est quoi la portée (scope)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La portée d'une variable = où elle est accessible dans le code.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Règle d'or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Une variable définie DANS une fonction n'existe que DANS cette fonction.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Une variable définie en DEHORS de toute fonction est globale.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x = 10  # variable GLOBALE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ma_fonction():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y = 5  # variable LOCALE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print(x)  # OK (lecture globale)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print(y)  # 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ma_fonction()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print(x)  # OK (x est globale)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print(y)  # ERREUR ! y n'existe pas ici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Chaque fonction a son propre ESPACE (environnement) pour les variables.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Variable locale vs globale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x = 100  # Variable GLOBALE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modifier_x():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x = 50  # Variable LOCALE (masque la globale)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print(f"Dans fonction: x = {x}")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modifier_x()           # Dans fonction: x = 50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print(f"En dehors: x = {x}")  # En dehors: x = 100  (inchangée !)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Pour modifier une variable globale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y =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modifier_globale():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global y  # déclaration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y = 20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modifier_globale()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print(y)  # 20 (la globale a changé)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global à utiliser avec PRUDENCE. Préfère return.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L'ordre LEGB (Python Scope)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Quand Python cherche une variable, il suit cet ordre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 → Local (dans la fonction actuelle)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E → Enclosing (dans les fonctions englobantes)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G → Global (au niveau du module/fichier)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B → Built-in (fonctions intégrées de Python)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x = "global"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externe():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x = "enclosing"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def interne():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x = "local"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print(x)  # → "local" (LEGB: trouve LOCAL d'abord)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interne()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externe()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Python remonte du plus spécifique (local) au plus général (built-in)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nonlocal - modifier une variable englobante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externe():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x = 10  # enclosing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def interne():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nonlocal x  # on veut modifier x de l'englobante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x = 20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interne()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print(f"Externe: {x}")  # Externe: 20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externe()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Sans nonlocal, ça crée une variable locale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externe2():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x =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def interne2():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x = 99  # nouvelle variable locale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interne2()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print(x)  # 10 (inchangé)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nonlocal = "modifier la variable de la fonction parente"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Bonnes pratiques sur le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À FAIRE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Utiliser des paramètres pour passer des données aux fonctions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Retourner les valeurs modifiées avec return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Préférer des fonctions pures (qui dépendent seulement de leurs entrées)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À ÉVITER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❌ Trop de variables globales → code difficile à suivre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❌ Modifier des globales dans des fonctions (sauf si nécessaire)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# ❌ Pas bien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total =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ajouter(x):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global total; total += 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# ✅ Bien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ajouter(total, x):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return total + 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Comprendre le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Sans exécuter le code, trouve ce qui va s'afficher :</a:t>
            </a:r>
            <a:br/>
            <a:br/>
            <a:r>
              <a:t>a = 5</a:t>
            </a:r>
            <a:br/>
            <a:r>
              <a:t>def f1():</a:t>
            </a:r>
            <a:br/>
            <a:r>
              <a:t>    print(a)</a:t>
            </a:r>
            <a:br/>
            <a:r>
              <a:t>f1()  # ?</a:t>
            </a:r>
            <a:br/>
            <a:br/>
            <a:r>
              <a:t>b = 10</a:t>
            </a:r>
            <a:br/>
            <a:r>
              <a:t>def f2():</a:t>
            </a:r>
            <a:br/>
            <a:r>
              <a:t>    b = 20</a:t>
            </a:r>
            <a:br/>
            <a:r>
              <a:t>    print(b)</a:t>
            </a:r>
            <a:br/>
            <a:r>
              <a:t>f2()</a:t>
            </a:r>
            <a:br/>
            <a:r>
              <a:t>print(b)  # ?</a:t>
            </a:r>
            <a:br/>
            <a:br/>
            <a:r>
              <a:t>c = 1</a:t>
            </a:r>
            <a:br/>
            <a:r>
              <a:t>def f3():</a:t>
            </a:r>
            <a:br/>
            <a:r>
              <a:t>    global c</a:t>
            </a:r>
            <a:br/>
            <a:r>
              <a:t>    c += 1</a:t>
            </a:r>
            <a:br/>
            <a:r>
              <a:t>    print(c)</a:t>
            </a:r>
            <a:br/>
            <a:r>
              <a:t>f3()</a:t>
            </a:r>
            <a:br/>
            <a:r>
              <a:t>print(c)  # ?</a:t>
            </a:r>
            <a:br/>
            <a:br/>
            <a:r>
              <a:t>Vérifie en exécutant 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Réponses: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f1() → 5 (lit la globale a)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f2() → 20 (locale), print(b) → 10 (globale inchangée)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f3() → 2 (globale modifiée), print(c) →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Portée = où une variable est accessible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Variable locale = définie dans une fonction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Variable globale = en dehors de toute fonction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LEGB : Local, Enclosing, Global, Built-in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global = modifier une globale, nonlocal = modifier une englobante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Préfère les fonctions pures (paramètres + return)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