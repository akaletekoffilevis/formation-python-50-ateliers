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1 - Culture Informatique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Internet et le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Comment ça marche ? Sites web, DNS, HTTP, navigateurs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 - Fondamentaux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la différence entre Internet et le Web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comment les données voyagent sur Internet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 rôle du DNS, HTTP, des navigateurs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ce qui se passe quand tu tapes une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6B35"/>
                </a:solidFill>
                <a:latin typeface="Calibri"/>
              </a:defRPr>
            </a:pPr>
            <a:r>
              <a:t>Internet ≠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8288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A0A2E"/>
                </a:solidFill>
                <a:latin typeface="Calibri"/>
              </a:defRPr>
            </a:pPr>
            <a:r>
              <a:t>Internet est le RÉSEAU (l'infrastructure physique). Le Web est un SERVICE qui utilise Internet (les sites web).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389120"/>
            <a:ext cx="8046720" cy="20116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Exemple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A0A2E"/>
                </a:solidFill>
                <a:latin typeface="Calibri"/>
              </a:defRPr>
            </a:pPr>
            <a:r>
              <a:t>Internet c'est comme le système routier (les autoroutes).</a:t>
            </a:r>
            <a:br/>
            <a:r>
              <a:t>Le Web c'est comme les magasins, restaurants, maisons accessibles par ces routes.</a:t>
            </a:r>
            <a:br/>
            <a:r>
              <a:t>Autres services sur Internet : emails, jeux en ligne, streaming, WhatsApp...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Comment Internet fonctionne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 réseau de réseaux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Des milliers de kilomètres de câbles (sous la mer, sous terre)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Des serveurs partout dans le monde (data centers)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Des routeurs qui dirigent le trafic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données voyagent en paquets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Quand tu envoies un message ou ouvres une page, les données sont découpées en PETITS PAQUETS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Chaque paquet prend le chemin le plus rapide (peuvent prendre des routes différentes !)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paquets sont reassemblés à l'arrivée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 protocole IP (Internet Protocol)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Chaque appareil connecté a une adresse IP unique (comme une adresse postale)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 192.168.1.1 ou 216.58.214.206 (Google)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 DNS - L'annuaire d'Internet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Problème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adresses IP sont difficiles à retenir (172.217.18.14)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On préfère les noms comme google.com ou youtube.com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Solution : le DNS (Domain Name System)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l'annuaire téléphonique d'Internet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Il traduit les noms de domaine en adresses IP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 quand tu tapes youtube.com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1. Ton navigateur demande au DNS : "C'est quoi l'IP de youtube.com ?"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2. Le DNS répond : "C'est 216.58.214.46"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3. Ton navigateur se connecte à cette IP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4. Le serveur de YouTube envoie la page web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⚡ Tout ça en quelques millisecondes 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HTTP et HTTPS - Le langage du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HTTP = HyperText Transfer Protocol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C'est le protocole de communication entre le navigateur et le serveur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Quand tu visit un site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Ton navigateur envoie une requête HTTP : "Donne-moi la page d'accueil"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Le serveur répond avec la page HTML + les images/CSS/JS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Ton navigateur affiche la page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HTTPS = HTTP + Sécurité (SSL/TLS)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données sont chiffrées (cryptées) entre toi et le serveur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Personne ne peut espionner ce que tu fais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🔒 Reconnaissable au cadenas vert dans la barre d'adresse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💡 HTTP utilise le port 80, HTTPS utilise le port 443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Les méthodes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9319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Requêtes du navigateur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GET : Demander une page ou un fichier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POST : Envoyer des données (formulaire, login)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PUT : Mettre à jour une ressource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DELETE : Supprimer une ressource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393192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Codes de réponse du serveur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200 OK : Tout va bien !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301/302 : Redirection (la page a bougé)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403 : Interdit (tu n'as pas le droit)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404 : Page non trouvée (Page Not Found)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400">
                <a:solidFill>
                  <a:srgbClr val="0A0A2E"/>
                </a:solidFill>
                <a:latin typeface="Calibri"/>
              </a:defRPr>
            </a:pPr>
            <a:r>
              <a:t>500 : Erreur interne du serveur (le site bug)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Les navigateurs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 rôle du navigateur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Interpréter le code (HTML, CSS, JavaScript) pour afficher une page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Gérer les onglets, l'historique, les favoris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Assurer la sécurité (bloquer les sites dangereux)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principaux navigateurs :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Google Chrome : le plus utilisé (67% de parts de marché)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Safari : le navigateur d'Apple (sur Mac, iPhone)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Firefox : navigateur open source (respecte ta vie privée)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Edge : le navigateur de Microsoft (basé sur Chrome)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Brave, Opera, Vivaldi : alternatives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🔧 Outils développeur (F12)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Tous les navigateurs modernes ont des outils pour développeurs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Tu peux inspecter le code d'une page, voir les requêtes réseau, déboguer du JavaScript...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URL - Une adresse web décortiquée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https://www.youtube.com/watch?v=dQw4w9WgXcQ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Protocole : https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Sous-domaine : www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Nom de domaine : youtube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Domaine de premier niveau (TLD) : .com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Chemin : /watch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defRPr sz="1500" b="0">
                <a:solidFill>
                  <a:srgbClr val="0A0A2E"/>
                </a:solidFill>
                <a:latin typeface="Calibri"/>
              </a:defRPr>
            </a:pPr>
            <a:r>
              <a:t>Paramètre : ?v=dQw4w9WgXcQ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Autres TLD courants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.fr (France), .org (organisations), .net (réseau), .gov (gouvernement), .io (tech)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.com (commercial, le plus répandu), .edu (éducation)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Internet = infrastructure réseau, Web = service qui utilise Internet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données voyagent en paquets via des câbles et routeurs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 DNS traduit noms de domaine en adresses IP (l'annuaire)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HTTP/HTTPS est le protocole du Web (HTTPS = sécurisé)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 navigateur interprète le code pour afficher les pages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Une URL se décompose en : protocole, domaine, chemin, paramètres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La programmation web permet de créer des sites et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