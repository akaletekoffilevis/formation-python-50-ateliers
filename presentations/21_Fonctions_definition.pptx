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Les Fonctions - Définition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Écrire du code réutilisable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l'utilité des fonctions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Savoir définir une fonction avec def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 return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Appeler une fonction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des fonctions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Problème SANS fonction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print("Bonjour Lucas")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print("Bonjour Marie")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# Si on change le message, tout modifier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Avec UNE fonction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saluer(prenom):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print(f"Bonjour {prenom}")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saluer("Lucas"); saluer("Marie")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Avantages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RÉUTILISATION : appelable autant de fois qu'on veut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MAINTENANCE : changer à UN SEUL endroit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LISIBILITÉ : code plus clair et organisé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TEST : chaque fonction indépendante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Définir et appeler une fonction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Définition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ma_fonction():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print("Dans la fonction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Appel (parenthèses OBLIGATOIRES)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ma_fonction()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Fonction avec paramètre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dire_bonjour(prenom):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print(f"Bonjour {prenom}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dire_bonjour("Alice")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Fonction avec plusieurs paramètres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presentation(nom, age):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print(f"Je m'appelle {nom}, j'ai {age} ans")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presentation("Utilisateur", 25)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Fonction avec RETURN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carre(x):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x * 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resultat = carre(5); print(resultat)  #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def = définition, () = paramètres, : = bloc, return = valeur de retour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return vs 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DIFFÉRENCE FONDAMENTALE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print() = AFFICHE dans la console (visible à l'écran)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return = RENVOIE une valeur au programme (utilisable dans le code)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Exemple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addition_print(a, b):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print(a + b)   # affiche le résultat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addition_return(a, b):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return a + b   # renvoie le résultat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addition_print(3, 4)  # → affiche 7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x = addition_return(3, 4)  # x = 7, rien n'est affiché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print(x * 2)  # → 14 (on peut UTILISER le résultat !)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En général : les fonctions calculent (return) et le programme principal affiche (print)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return : points importants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# return peut renvoyer plusieurs valeurs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get_infos():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"Utilisateur", 25  # retourne un tuple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nom, age = get_infos()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return arrête IMMÉDIATEMENT la fonction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verifier_age(age):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age &lt; 18: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return "Mineur"  # on sort ici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"Majeur"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Sans return, la fonction retourne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sans_return():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x = 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resultat = sans_return()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print(resultat)  #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print(type(resultat))  # &lt;class 'NoneType'&gt;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None = le type spécial qui signifie "rien"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Documenter une fonction (docstring)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La docstring explique ce que fait la fonction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calculer_imc(poids, taille):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"""Calcule l'Indice de Masse Corporelle.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Args: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poids (float): Poids en kg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taille (float): Taille en mètres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Returns: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    float: L'IMC calculé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"""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return poids / (taille ** 2)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consulte avec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help(calculer_imc)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print(calculer_imc.__doc__)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Les docstrings (triples guillemets) sont la convention officielle (PEP 257)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Bibliothèque de fonctions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Crée ces fonctions et teste-les :</a:t>
            </a:r>
            <a:br/>
            <a:r>
              <a:t>1. saluer(nom) → affiche "Bonjour [nom] !"</a:t>
            </a:r>
            <a:br/>
            <a:r>
              <a:t>2. carre(x) → retourne x²</a:t>
            </a:r>
            <a:br/>
            <a:r>
              <a:t>3. est_pair(n) → retourne True si n est pair</a:t>
            </a:r>
            <a:br/>
            <a:r>
              <a:t>4. max3(a, b, c) → retourne le plus grand des 3</a:t>
            </a:r>
            <a:br/>
            <a:r>
              <a:t>5. factorielle(n) → retourne n! (produit de 1 à n)</a:t>
            </a:r>
            <a:br/>
            <a:br/>
            <a:r>
              <a:t>Chaque fonction doit avoir une docstring 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saluer(nom):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"""Dit bonjour."""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print(f"Bonjour {nom}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carre(x): return x * x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est_pair(n): return n % 2 ==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max3(a, b, c): return max(a,b,c)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factorielle(n):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for i in range(2, n+1): r *= i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Une fonction est un bloc de code réutilisable avec def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paramètres sont les entrées, return est la sortie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return ≠ print : return donne une valeur, print affiche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Sans return, la fonction retourne None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fonctions rendent le code : modulaire, réutilisable, lisible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