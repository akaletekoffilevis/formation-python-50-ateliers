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845F2D-485B-4872-8330-FF5D7D5E1C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83E6B4-7722-473D-A815-EA98DA0DDA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0EE73C-6B01-41ED-B180-7CE052186E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2EC206-8744-476B-B13E-F6A132CC81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DC970D-C232-4C6D-A594-286CD82DAC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7E1DD9-9B0C-497A-B6A5-80152966F4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CA6DD7-03A3-4D71-9694-709A8E985B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D6294C-4A53-40B6-8C75-3B81F050DD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63DFCC-EA90-4147-83C0-EEE582855C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37A29F-006E-4665-B75D-71E399E3EE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569A9A-4F39-4E59-A99E-979C4BCAD3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ounded Rectangle 2"/>
          <p:cNvSpPr/>
          <p:nvPr/>
        </p:nvSpPr>
        <p:spPr>
          <a:xfrm>
            <a:off x="914400" y="1371600"/>
            <a:ext cx="10362600" cy="411444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371600" y="1645920"/>
            <a:ext cx="9448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Partie 4 - POO &amp; Git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371600" y="2286000"/>
            <a:ext cx="94482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Git - Branches et GitHub</a:t>
            </a:r>
            <a:endParaRPr lang="fr-F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1371600" y="3840480"/>
            <a:ext cx="9448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C757D"/>
                </a:solidFill>
                <a:effectLst/>
                <a:uFillTx/>
                <a:latin typeface="Calibri"/>
              </a:rPr>
              <a:t>Collaborer et partager son code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731520" y="4572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B4D8"/>
                </a:solidFill>
                <a:effectLst/>
                <a:uFillTx/>
                <a:latin typeface="Calibri"/>
              </a:rPr>
              <a:t>Objectifs</a:t>
            </a:r>
            <a:endParaRPr lang="fr-F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3"/>
          <p:cNvSpPr/>
          <p:nvPr/>
        </p:nvSpPr>
        <p:spPr>
          <a:xfrm>
            <a:off x="914400" y="1463040"/>
            <a:ext cx="10058040" cy="731160"/>
          </a:xfrm>
          <a:prstGeom prst="roundRect">
            <a:avLst>
              <a:gd name="adj" fmla="val 16667"/>
            </a:avLst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1188720" y="155448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✦ Comprendre les branches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5"/>
          <p:cNvSpPr/>
          <p:nvPr/>
        </p:nvSpPr>
        <p:spPr>
          <a:xfrm>
            <a:off x="914400" y="2468880"/>
            <a:ext cx="10058040" cy="731160"/>
          </a:xfrm>
          <a:prstGeom prst="roundRect">
            <a:avLst>
              <a:gd name="adj" fmla="val 16667"/>
            </a:avLst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6"/>
          <p:cNvSpPr/>
          <p:nvPr/>
        </p:nvSpPr>
        <p:spPr>
          <a:xfrm>
            <a:off x="1188720" y="256032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✦ Créer et fusionner des branches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7"/>
          <p:cNvSpPr/>
          <p:nvPr/>
        </p:nvSpPr>
        <p:spPr>
          <a:xfrm>
            <a:off x="914400" y="3474720"/>
            <a:ext cx="10058040" cy="731160"/>
          </a:xfrm>
          <a:prstGeom prst="roundRect">
            <a:avLst>
              <a:gd name="adj" fmla="val 16667"/>
            </a:avLst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1188720" y="356616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✦ Découvrir GitHub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9"/>
          <p:cNvSpPr/>
          <p:nvPr/>
        </p:nvSpPr>
        <p:spPr>
          <a:xfrm>
            <a:off x="914400" y="4480560"/>
            <a:ext cx="10058040" cy="731160"/>
          </a:xfrm>
          <a:prstGeom prst="roundRect">
            <a:avLst>
              <a:gd name="adj" fmla="val 16667"/>
            </a:avLst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1188720" y="457200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✦ Push/Pull et travail collaboratif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731520" y="3657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Qu'est-ce qu'une branche ?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731520" y="128016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Une BRANCHE = une version PARALLÈLE de ton projet.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Imagine un arbre :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Le tronc = la branche principale (main ou master)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Les branches = des expériences, nouvelles fonctionnalités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Tu peux couper une branche, y travailler, et la rattacher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Pourquoi des branches ?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Tester une nouvelle idée SANS casser le code principal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Travailler à plusieurs sur des fonctionnalités différentes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Corriger un bug urgent pendant qu'on développe ailleurs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main:    ●──●─────────●──────────●──●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            ╲              ╱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feature:       ●──●──●──●──●      (fusion = merge)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Par défaut, tu es sur la branche main/master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73152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Créer et utiliser des branches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3"/>
          <p:cNvSpPr/>
          <p:nvPr/>
        </p:nvSpPr>
        <p:spPr>
          <a:xfrm>
            <a:off x="731520" y="1097280"/>
            <a:ext cx="10515240" cy="5028840"/>
          </a:xfrm>
          <a:prstGeom prst="roundRect">
            <a:avLst>
              <a:gd name="adj" fmla="val 16667"/>
            </a:avLst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1005840" y="1234440"/>
            <a:ext cx="996660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1. Voir les branches existantes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git branch  # * = branche active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2. Créer une nouvelle branche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git branch nouvelle-fonctionnalite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3. Changer de branche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git checkout nouvelle-fonctionnalite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Ou en une commande (créer + basculer):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git checkout -b autre-fonctionnalite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4. Travailler sur la branche (add + commit normal)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echo 'print("Nouveau code")' &gt; test.py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git add test.py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git commit -m "Ajout test sur feature"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5. Revenir sur main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git checkout main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Le fichier test.py a DISPARU ! (il est sur l'autre branche)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73152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Fusionner (merge) et supprimer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3"/>
          <p:cNvSpPr/>
          <p:nvPr/>
        </p:nvSpPr>
        <p:spPr>
          <a:xfrm>
            <a:off x="731520" y="1097280"/>
            <a:ext cx="10515240" cy="5028840"/>
          </a:xfrm>
          <a:prstGeom prst="roundRect">
            <a:avLst>
              <a:gd name="adj" fmla="val 16667"/>
            </a:avLst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1005840" y="1234440"/>
            <a:ext cx="9966600" cy="41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1. Fusionner une branche dans main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D'abord, assure-toi d'être sur main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git checkout main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Puis fusionne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git merge nouvelle-fonctionnalite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Tout le contenu de la branche arrive dans main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2. Supprimer une branche (après merge réussi)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git branch -d nouvelle-fonctionnalite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3. Gérer les conflits (quand Git ne sait pas quoi faire)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Exemple: fichier modifié sur les 2 branches aux mêmes endroits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Git met des marqueurs 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&lt;&lt;&lt;&lt;&lt;&lt;&lt; HEAD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code de main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=======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code de la branche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&gt;&gt;&gt;&gt;&gt;&gt;&gt; feature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Tu dois ÉDITER le fichier manuellement pour choisir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git add fichier-resolu.txt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git commit -m "Résolution conflit merge"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731520" y="3657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GitHub - Pourquoi ?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731520" y="128016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GitHub = un site web qui héberge des dépôts Git.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Avantages :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☁️ SAUVEGARDE en ligne de ton code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🌍 PARTAGE avec le monde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👥 COLLABORATION avec d'autres développeurs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🔄 SYNCHRONISATION entre plusieurs ordis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🎯 PORTFOLIO pour montrer tes projets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Alternatives : GitLab, Bitbucket (mais GitHub est le plus populaire)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Concepts importants :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remote (distant) = le dépôt sur GitHub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origin = nom par défaut du remote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push = envoyer vers GitHub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pull = récupérer depuis GitHub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clone = copier un dépôt GitHub en local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731520" y="274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Travailler avec GitHub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3"/>
          <p:cNvSpPr/>
          <p:nvPr/>
        </p:nvSpPr>
        <p:spPr>
          <a:xfrm>
            <a:off x="731520" y="1097280"/>
            <a:ext cx="10515240" cy="5028840"/>
          </a:xfrm>
          <a:prstGeom prst="roundRect">
            <a:avLst>
              <a:gd name="adj" fmla="val 16667"/>
            </a:avLst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1005840" y="1234440"/>
            <a:ext cx="996660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1. Créer un dépôt sur GitHub (via le site web)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   Ne PAS cocher "Initialize with README"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2. Connecter le dépôt local au distant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git remote add origin https://github.com/tonpseudo/mon-projet.git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origin = nom du remote (convention)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3. Pousser (push) le code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git push -u origin main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-u = set upstream (souviens-toi du remote par défaut)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4. Cloner un dépôt existant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git clone https://github.com/autre/util/projet.git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Crée un dossier "projet" avec tout l'historique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5. Récupérer les changements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git pull origin main  # fetch + merge en un coup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ou: git fetch + git merge (plus de contrôle)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# 6. Voir les remotes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DD6F4"/>
                </a:solidFill>
                <a:effectLst/>
                <a:uFillTx/>
                <a:latin typeface="Consolas"/>
              </a:rPr>
              <a:t>git remote -v  # liste les dépôts distants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731520" y="3657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Pull Requests (PR) - Le travail d'équipe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731520" y="1280160"/>
            <a:ext cx="10515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Une Pull Request = une demande pour fusionner ta branche dans une autre.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Flux de travail typique :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1. Fork (copie) du dépôt principal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2. Clone sur ton ordi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3. Crée une branche (git checkout -b ma-fonctionnalite)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4. Travaille et commit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5. Push la branche vers GitHub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6. Crée une Pull Request sur GitHub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7. Discussion + revue de code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8. Merge !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💡 Les PR permettent :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La REVUE DE CODE par les autres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Les TESTS AUTOMATIQUES avant fusion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La DISCUSSION sur les changements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C'est comme ça que les projets Open Source fonctionnent !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731520" y="36576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6D6A0"/>
                </a:solidFill>
                <a:effectLst/>
                <a:uFillTx/>
                <a:latin typeface="Calibri"/>
              </a:rPr>
              <a:t>Exercice : Branches et GitHub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3"/>
          <p:cNvSpPr/>
          <p:nvPr/>
        </p:nvSpPr>
        <p:spPr>
          <a:xfrm>
            <a:off x="731520" y="1097280"/>
            <a:ext cx="10515240" cy="3200040"/>
          </a:xfrm>
          <a:prstGeom prst="roundRect">
            <a:avLst>
              <a:gd name="adj" fmla="val 16667"/>
            </a:avLst>
          </a:prstGeom>
          <a:solidFill>
            <a:srgbClr val="1A1A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1188720" y="1280160"/>
            <a:ext cx="96008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 Dans "apprentissage_git", crée une branche "calculatrice"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 Bascule dessus, ajoute un fichier calc.py avec +, -, *, /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3. Commit ("Ajout calculatrice")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4. Revient sur main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5. Crée une branche "interface"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6. Bascule dessus, ajoute un input() dans main.py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7. Commit ("Ajout interface utilisateur")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8. Revient sur main, merge "calculatrice" → tout le fichier calc.py arrive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9. Merge "interface" → gère conflit si besoin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10. Fait git log --oneline --graph pour admirer le résultat</a:t>
            </a:r>
            <a:br>
              <a:rPr sz="1500"/>
            </a:b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11. BONUS : crée un compte GitHub, initie un dépôt, push ton projet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72720" cy="685764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731520" y="3657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6B35"/>
                </a:solidFill>
                <a:effectLst/>
                <a:uFillTx/>
                <a:latin typeface="Calibri"/>
              </a:rPr>
              <a:t>À retenir</a:t>
            </a:r>
            <a:endParaRPr lang="fr-F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3"/>
          <p:cNvSpPr/>
          <p:nvPr/>
        </p:nvSpPr>
        <p:spPr>
          <a:xfrm>
            <a:off x="914400" y="137160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1188720" y="14173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Branche = version parallèle (git branch, checkout, merge)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5"/>
          <p:cNvSpPr/>
          <p:nvPr/>
        </p:nvSpPr>
        <p:spPr>
          <a:xfrm>
            <a:off x="914400" y="219456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6"/>
          <p:cNvSpPr/>
          <p:nvPr/>
        </p:nvSpPr>
        <p:spPr>
          <a:xfrm>
            <a:off x="1188720" y="22402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Conflit = Git ne sait pas quoi prendre → résolution manuelle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7"/>
          <p:cNvSpPr/>
          <p:nvPr/>
        </p:nvSpPr>
        <p:spPr>
          <a:xfrm>
            <a:off x="914400" y="301752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8"/>
          <p:cNvSpPr/>
          <p:nvPr/>
        </p:nvSpPr>
        <p:spPr>
          <a:xfrm>
            <a:off x="1188720" y="30632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GitHub = hébergement distant + collaboration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9"/>
          <p:cNvSpPr/>
          <p:nvPr/>
        </p:nvSpPr>
        <p:spPr>
          <a:xfrm>
            <a:off x="914400" y="384048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0"/>
          <p:cNvSpPr/>
          <p:nvPr/>
        </p:nvSpPr>
        <p:spPr>
          <a:xfrm>
            <a:off x="1188720" y="38862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push = envoyer, pull = recevoir, clone = copier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11"/>
          <p:cNvSpPr/>
          <p:nvPr/>
        </p:nvSpPr>
        <p:spPr>
          <a:xfrm>
            <a:off x="914400" y="466344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2"/>
          <p:cNvSpPr/>
          <p:nvPr/>
        </p:nvSpPr>
        <p:spPr>
          <a:xfrm>
            <a:off x="1188720" y="470916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Pull Request = demande de fusion avec revue de code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13"/>
          <p:cNvSpPr/>
          <p:nvPr/>
        </p:nvSpPr>
        <p:spPr>
          <a:xfrm>
            <a:off x="914400" y="5486400"/>
            <a:ext cx="10058040" cy="594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4"/>
          <p:cNvSpPr/>
          <p:nvPr/>
        </p:nvSpPr>
        <p:spPr>
          <a:xfrm>
            <a:off x="1188720" y="55321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EE2E6"/>
                </a:solidFill>
                <a:effectLst/>
                <a:uFillTx/>
                <a:latin typeface="Calibri"/>
              </a:rPr>
              <a:t>✓ Le travail en équipe devient FACILE avec Git+GitHub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LibreOffice/26.2.2.2$Linux_X86_64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2026-05-31T23:57:26Z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