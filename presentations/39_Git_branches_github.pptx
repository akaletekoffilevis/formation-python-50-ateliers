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62895" cy="4114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35"/>
                </a:solidFill>
                <a:latin typeface="Calibri"/>
              </a:defRPr>
            </a:pPr>
            <a:r>
              <a:t>Partie 4 - POO &amp; 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4484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Git - Branches et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C757D"/>
                </a:solidFill>
                <a:latin typeface="Calibri"/>
              </a:defRPr>
            </a:pPr>
            <a:r>
              <a:t>Collaborer et partager son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  <a:latin typeface="Calibri"/>
              </a:defRPr>
            </a:pPr>
            <a:r>
              <a:t>Objectifs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Comprendre les branches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Créer et fusionner des branches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47472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Découvrir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80560"/>
            <a:ext cx="10058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572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✦ Push/Pull et travail collaboratif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Qu'est-ce qu'une branche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Une BRANCHE = une version PARALLÈLE de ton projet.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Imagine un arbre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Le tronc = la branche principale (main ou master)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Les branches = des expériences, nouvelles fonctionnalités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Tu peux couper une branche, y travailler, et la rattacher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Pourquoi des branches ?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Tester une nouvelle idée SANS casser le code principal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Travailler à plusieurs sur des fonctionnalités différentes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Corriger un bug urgent pendant qu'on développe ailleurs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main:    ●──●─────────●──────────●──●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              ╲              ╱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feature:       ●──●──●──●──●      (fusion = merge)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Par défaut, tu es sur la branche main/master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Créer et utiliser des branches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1. Voir les branches existantes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branch  # * = branche active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2. Créer une nouvelle branche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branch nouvelle-fonctionnalite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3. Changer de branche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checkout nouvelle-fonctionnalite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Ou en une commande (créer + basculer):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checkout -b autre-fonctionnalite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4. Travailler sur la branche (add + commit normal)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echo 'print("Nouveau code")' &gt; test.py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add test.py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commit -m "Ajout test sur feature"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5. Revenir sur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checkout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Le fichier test.py a DISPARU ! (il est sur l'autre branche)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Fusionner (merge) et supprimer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1. Fusionner une branche dans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D'abord, assure-toi d'être sur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checkout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Puis fusionne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merge nouvelle-fonctionnalite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Tout le contenu de la branche arrive dans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2. Supprimer une branche (après merge réussi)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branch -d nouvelle-fonctionnalite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3. Gérer les conflits (quand Git ne sait pas quoi faire)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Exemple: fichier modifié sur les 2 branches aux mêmes endroits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Git met des marqueurs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&lt;&lt;&lt;&lt;&lt;&lt;&lt; HEAD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code de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=======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code de la branche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&gt;&gt;&gt;&gt;&gt;&gt;&gt; feature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Tu dois ÉDITER le fichier manuellement pour choisir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add fichier-resolu.txt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commit -m "Résolution conflit merge"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GitHub - Pourquoi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GitHub = un site web qui héberge des dépôts Git.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Avantages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☁️ SAUVEGARDE en ligne de ton code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🌍 PARTAGE avec le monde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👥 COLLABORATION avec d'autres développeurs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🔄 SYNCHRONISATION entre plusieurs ordis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🎯 PORTFOLIO pour montrer tes projets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Alternatives : GitLab, Bitbucket (mais GitHub est le plus populaire)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Concepts importants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remote (distant) = le dépôt sur GitHub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origin = nom par défaut du remote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push = envoyer vers GitHub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pull = récupérer depuis GitHub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clone = copier un dépôt GitHub en local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Calibri"/>
              </a:defRPr>
            </a:pPr>
            <a:r>
              <a:t>Travailler avec GitHub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50292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1. Créer un dépôt sur GitHub (via le site web)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   Ne PAS cocher "Initialize with README"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2. Connecter le dépôt local au distant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remote add origin https://github.com/tonpseudo/mon-projet.git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origin = nom du remote (convention)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3. Pousser (push) le code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push -u origin main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-u = set upstream (souviens-toi du remote par défaut)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4. Cloner un dépôt existant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clone https://github.com/autre/util/projet.git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Crée un dossier "projet" avec tout l'historique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5. Récupérer les changements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pull origin main  # fetch + merge en un coup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ou: git fetch + git merge (plus de contrôle)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# 6. Voir les remotes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DD6F4"/>
                </a:solidFill>
                <a:latin typeface="Consolas"/>
              </a:defRPr>
            </a:pPr>
            <a:r>
              <a:t>git remote -v  # liste les dépôts distants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35"/>
                </a:solidFill>
                <a:latin typeface="Calibri"/>
              </a:defRPr>
            </a:pPr>
            <a:r>
              <a:t>Pull Requests (PR) - Le travail d'équipe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Une Pull Request = une demande pour fusionner ta branche dans une autre.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Flux de travail typique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1. Fork (copie) du dépôt principal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2. Clone sur ton ordi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3. Crée une branche (git checkout -b ma-fonctionnalite)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4. Travaille et commit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5. Push la branche vers GitHub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6. Crée une Pull Request sur GitHub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7. Discussion + revue de code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8. Merge !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💡 Les PR permettent 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La REVUE DE CODE par les autres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Les TESTS AUTOMATIQUES avant fusion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  • La DISCUSSION sur les changements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C'est comme ça que les projets Open Source fonctionnent 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6D6A0"/>
                </a:solidFill>
                <a:latin typeface="Calibri"/>
              </a:defRPr>
            </a:pPr>
            <a:r>
              <a:t>Exercice : Branches et GitHub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10515600" cy="3200400"/>
          </a:xfrm>
          <a:prstGeom prst="roundRect">
            <a:avLst/>
          </a:prstGeom>
          <a:solidFill>
            <a:srgbClr val="1A1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1. Dans "apprentissage_git", crée une branche "calculatrice"</a:t>
            </a:r>
            <a:br/>
            <a:r>
              <a:t>2. Bascule dessus, ajoute un fichier calc.py avec +, -, *, /</a:t>
            </a:r>
            <a:br/>
            <a:r>
              <a:t>3. Commit ("Ajout calculatrice")</a:t>
            </a:r>
            <a:br/>
            <a:r>
              <a:t>4. Revient sur main</a:t>
            </a:r>
            <a:br/>
            <a:r>
              <a:t>5. Crée une branche "interface"</a:t>
            </a:r>
            <a:br/>
            <a:r>
              <a:t>6. Bascule dessus, ajoute un input() dans main.py</a:t>
            </a:r>
            <a:br/>
            <a:r>
              <a:t>7. Commit ("Ajout interface utilisateur")</a:t>
            </a:r>
            <a:br/>
            <a:r>
              <a:t>8. Revient sur main, merge "calculatrice" → tout le fichier calc.py arrive</a:t>
            </a:r>
            <a:br/>
            <a:r>
              <a:t>9. Merge "interface" → gère conflit si besoin</a:t>
            </a:r>
            <a:br/>
            <a:r>
              <a:t>10. Fait git log --oneline --graph pour admirer le résultat</a:t>
            </a:r>
            <a:br/>
            <a:r>
              <a:t>11. BONUS : crée un compte GitHub, initie un dépôt, push ton projet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35"/>
                </a:solidFill>
                <a:latin typeface="Calibri"/>
              </a:defRPr>
            </a:pPr>
            <a:r>
              <a:t>À retenir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Branche = version parallèle (git branch, checkout, merge)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Conflit = Git ne sait pas quoi prendre → résolution manuelle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1752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GitHub = hébergement distant + collaboration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84048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886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push = envoyer, pull = recevoir, clone = copier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6344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709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Pull Request = demande de fusion avec revue de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486400"/>
            <a:ext cx="10058400" cy="5943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532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EE2E6"/>
                </a:solidFill>
                <a:latin typeface="Calibri"/>
              </a:defRPr>
            </a:pPr>
            <a:r>
              <a:t>✓ Le travail en équipe devient FACILE avec Git+GitHub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