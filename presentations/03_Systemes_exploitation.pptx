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1 - Culture 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Les Systèmes d'Exploitation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Windows, Linux, macOS - Le chef d'orchestre de l'ordinateur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 rôle d'un système d'exploitation (OS)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les OS principaux : Windows, macOS, Linux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quel OS choisir pour la programmation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Apprendre à interagir avec son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Qu'est-ce qu'un Système d'Exploitation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Un OS (Operating System) est le logiciel principal qui fait fonctionner l'ordinateur. C'est l'intermédiaire entre le matériel (hardware) et les logiciels (software).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Sans OS, un ordinateur n'est qu'un tas de métal et de plastique inutile !</a:t>
            </a:r>
            <a:br/>
            <a:r>
              <a:t>Exemples : Windows 11, macOS Ventura, Ubuntu Linux, Android, 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 rôle d'un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1️⃣ GÉRER LE MATÉRIEL (Hardware)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 processeur : décider quel programme utilise le CPU à quel moment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La RAM : allouer la mémoire aux programmes qui en ont besoin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Les périphériques : gérer les entrées/sorties (clavier, souris, écran)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2️⃣ FOURNIR UNE INTERFACE UTILISATEUR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Graphique (GUI) : fenêtres, icônes, boutons, souris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En ligne de commande (CLI) : terminal, shell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3️⃣ GÉRER LES FICHIERS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Organisation en dossiers/arborescence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Permissions de lecture/écriture/exécution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4️⃣ GÉRER LES UTILISATEURS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Comptes séparés, mots de passe,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Les 3 OS principaux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931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Le plus répandu sur PC (80% des ordinateurs)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Interface graphique simple et intuitive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Compatible avec beaucoup de jeux et logiciels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❌ Payant (licence Windows)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❌ Moins utilisé pour la programmation serveur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3931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macOS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Design soigné, très stable et sécurisé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Écosystème Apple (iPhone, iPad, Mac)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Basé sur Unix (compatible Linux pour la programmation)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❌ Uniquement sur les Mac (chers)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❌ Moins de jeux que Windows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Linux - L'OS des programmeurs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quoi Linux ?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un OS libre et gratuit créé par Linus Torvalds en 1991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noyau (kernel) est open source → tout le monde peut voir le code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Pourquoi les programmeurs aiment Linux ?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100% gratuit - pas de licence à payer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Open source - tu peux voir et modifier le code source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 terminal est très puissant - idéal pour développer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Très stable et sécurisé - peu de virus !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C'est l'OS des serveurs - la plupart des sites web tournent sur Linux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distributions (versions) populaires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Ubuntu (la plus connue, facile pour débuter)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Debian, Fedora, Linux Mint, Arch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Interface Graphique (GUI) vs Ligne de Commande (CLI)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GUI - Graphical User Interface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utilises la souris pour cliquer sur des icônes, fenêtres, boutons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Intuitif, facile à apprendre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utilises ça tout le temps sans t'en rendre compte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CLI - Command Line Interface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tapes des commandes textuelles dans un terminal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Plus puissant et plus rapide pour certaines tâches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 peu intimidant au début mais très efficace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 Créer un dossier 'projet'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GUI : Clic droit → Nouveau dossier → renommer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CLI : mkdir projet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En programmation, la CLI est ton amie ! On l'apprendra bientôt.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Naviguer dans le système de fichiers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Structure en arborescence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C: (Windows) ou / (Linux/Mac)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├── Utilisateurs (Windows) / home (Linux/Mac)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│   ├── Documents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│   ├── Images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│   ├── Téléchargements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│   └── Musique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├── Programmes / Applications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├── Système (System32 / etc, bin, lib...)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└── Temp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📁 Les chemins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Windows : C:\Users\TonNom\Documents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Linux/Mac : /home/tonnom/Documents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Les dossiers sont séparés par \ sur Windows et / sur Linux/Mac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L'OS est le chef d'orchestre qui gère tout l'ordinateur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Windows : grand public, macOS : design et stabilité, Linux : liberté et puissance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Linux est l'OS préféré des développeurs (gratuit, open source, puissant)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GUI = cliquer, CLI = taper des commandes (plus efficace)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fichiers sont organisés en arborescence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Nous utiliserons principalement le terminal en programmation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