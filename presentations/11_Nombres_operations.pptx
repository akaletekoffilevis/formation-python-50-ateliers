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Nombres et Opérations Mathématiques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Calculer avec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les types numériques (int, float)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les opérateurs arithmétiques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l'ordre des opérations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Découvrir le module math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nombres en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Deux types principaux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int (integer) : nombres entiers → 42, -3,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float (floating point) : nombres décimaux → 3.14, -0.5, 2.0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Différence clé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entiers sont EXACTS, les flottants sont APPROCHÉS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0.1 + 0.2 = 0.30000000000000004 (problème de précision)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Opérations de base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 = 10; b = 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Addition : a + b = 13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Soustraction : a - b = 7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Multiplication : a * b = 30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Division : a / b = 3.333... (résultat TOUJOURS en float)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Les opérateurs arithmétiques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 = 10; b = 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Opérations de base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+ b)   # 13  (addition)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- b)   # 7   (soustraction)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* b)   # 30  (multiplication)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/ b)   # 3.333... (division → float)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Opérations spéciales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// b)  # 3   (division ENTIÈRE)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% b)   # 1   (MODULO : reste de la division)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** b)  # 1000 (PUISSANCE : 10³ = 10×10×10)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Raccourcis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=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+= 3   # x = x + 3 → 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-= 2   # x = x - 2 → 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*= 4   # x = x * 4 → 24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/= 2   # x = x / 2 → 12.0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 modulo % est super utile pour savoir si un nombre est pair (n % 2 == 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Ordre des opérations (PEMDAS)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Comme en mathématiques, Python suit un ordre précis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1. Parenthèses ( 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2. Exposants 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3. Multiplication *, Division /, //, Modulo 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4. Addition +, Soustraction -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resultat = 2 + 3 * 4 ** 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  = 2 + 3 * 16    (d'abord 4² = 16)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  = 2 + 48        (ensuite 3 × 16 = 48)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  = 50            (enfin 2 + 48 = 50)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Avec parenthèses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resultat = (2 + 3) * 4 ** 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  = 5 * 16 = 80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 cas de doute, ajoute des parenthèses ! (et rend le code plus lisible)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Conversion entre types (casting)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Convertir en entier : int()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print(int(3.14))     # 3  (tronque la partie décimale)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print(int("42"))    # 42 (string → int)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print(int(True))     #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Convertir en décimal : float()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print(float(3))      # 3.0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print(float("3.14")) # 3.14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Convertir en chaîne : str()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print(str(42))       # "42"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print(str(3.14))     # "3.14"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print(str(True))     # "True"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Attention aux erreurs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int("Bonjour")  # ValueError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 casting est TRÈS important quand on utilise input() qui retourne toujours une chaîne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 module 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import math  # On importe le module math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Constantes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print(math.pi)        # 3.141592653589793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print(math.e)         # 2.718281828459045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Arrondis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print(math.ceil(3.2)) # 4  (arrondit à l'entier supérieur)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print(math.floor(3.8))# 3  (arrondit à l'entier inférieur)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print(round(3.5))     # 4  (arrondi standard)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Fonctions mathématiques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print(math.sqrt(16))  # 4.0  (racine carrée)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print(math.pow(2, 3)) # 8.0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print(math.fabs(-5))  # 5.0  (valeur absolue)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print(math.factorial(5)) # 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import math donne accès à des dizaines de fonctions mathématiques avancées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Calculs et conversions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Calcule et affiche l'aire d'un cercle de rayon 5 (π × r²)</a:t>
            </a:r>
            <a:br/>
            <a:r>
              <a:t>2. Calcule et affiche : (15 + 3) × 4 ÷ 2 - 1</a:t>
            </a:r>
            <a:br/>
            <a:r>
              <a:t>3. Demande un nombre à l'utilisateur et affiche son double</a:t>
            </a:r>
            <a:br/>
            <a:r>
              <a:t>4. Prends deux nombres, affiche : somme, différence, produit, quotient</a:t>
            </a:r>
            <a:br/>
            <a:r>
              <a:t>5. Vérifie si un nombre est pair ou impair (utilise le %)</a:t>
            </a:r>
            <a:br/>
            <a:br/>
            <a:r>
              <a:t>BONUS : Affiche les 10 premiers nombres avec leur carré et leur cube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import math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rayon =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aire = math.pi * rayon ** 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print(f"Aire du cercle : {aire:.2f}")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 = int(input("Nombre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print(f"Le double est {n * 2}")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print(f"Pair" if n % 2 == 0 else "Impair")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int = entiers, float = décimaux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/ donne float, // division entière, % modulo, ** puissance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Ordre : Parenthèses → Exposants → ×/÷ → +-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int(), float(), str() convertissent entre types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import math pour des fonctions mathématiques avancées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