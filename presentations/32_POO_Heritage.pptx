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4 - POO &amp;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POO - Héritage et Polymorphisme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Réutiliser et étendre des classes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Comprendre l'héritage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Utiliser super()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Appliquer le polymorphisme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Connaître l'encapsulation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Principe de l'héritage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L'héritage permet à une CLASSE FILLE d'hériter des attributs et méthodes d'une CLASSE MÈRE.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🔑 Pourquoi hériter 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RÉUTILISER du code sans le copier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AJOUTER des fonctionnalités spécifiques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CRÉER une hiérarchie de classes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Exemple concret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Animal (classe mère) → attributs : nom, age / méthode : parler()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├── Chien → hérite + méthode aboyer()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├── Chat → hérite + méthode miauler()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└── Oiseau → hérite + méthode voler()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Chaque classe fille est un ANIMAL mais avec ses PARTICULARITÉS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Syntaxe : class Chien(Animal):  # Chien hérite de Animal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Héritage simple - Syntaxe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Classe mère (parent)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Animal: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__init__(self, nom):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self.nom = nom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manger(self):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print(f"{self.nom} mange")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dormir(self):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print(f"{self.nom} dort")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Classe fille qui hérite de Animal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Chien(Animal):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aboyer(self):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print(f"{self.nom} aboie: Woof!")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Chat(Animal):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miauler(self):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print(f"{self.nom} miaule: Miaou!")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Utilisation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rex = Chien("Rex")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rex.manger()   # hérité → Rex mange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rex.aboyer()   # propre → Rex aboie: Woof!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minou = Chat("Minou")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minou.dormir()   # hérité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minou.miauler() # propre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Le mot-clé super()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super() = appelle la méthode de la CLASSE MÈRE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Animal: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__init__(self, nom):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self.nom = nom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Chien(Animal):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__init__(self, nom, race):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super().__init__(nom)  # appelle Animal.__init__(self, nom)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self.race = race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__str__(self):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f"{self.nom} ({self.race})"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Explication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Sans super(), on devrait réécrire: self.nom = nom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Avec super(), on RÉUTILISE le code du parent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rex = Chien("Rex", "Berger")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print(rex)  # Rex (Berger)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Polymorphisme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Poly-morphisme = plusieurs formes. Même méthode, comportements différents.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class Animal: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def faire_son(self):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    pass  # à redéfinir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class Chien(Animal):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def faire_son(self): return "Woof"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class Chat(Animal):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def faire_son(self): return "Miaou"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class Vache(Animal):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def faire_son(self): return "Meuh"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animaux = [Chien(), Chat(), Vache()]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for a in animaux: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print(a.faire_son())  # Woof, Miaou, Meuh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On appelle la MÊME méthode faire_son() mais chaque animal répond DIFFÉREMMENT.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C'est très puissant pour traiter des objets différents de façon uniforme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Encapsulation (Portée des attributs)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Contrôler l'accès aux attributs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Public    : self.nom       → accessible partout (par défaut)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Protégé   : self._nom      → _ = "usage interne" (convention)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Privé     : self.__nom     → __ = name mangling (Python le rend moins accessible)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class CompteBancaire: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def __init__(self, solde):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    self.__solde = solde  # attribut privé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def get_solde(self):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    """Getter : accès contrôlé"""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    return self.__solde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def deposer(self, montant):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    if montant &gt; 0: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        self.__solde += montant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 = CompteBancaire(100)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# print(c.__solde)  # ERREUR ! (attribut privé)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print(c.get_solde())  # 100 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Exemple complet : Formes géométriques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math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Forme: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aire(self): return 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description(self): return "Forme géométrique"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Carre(Forme):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__init__(self, cote): self.cote = cote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aire(self): return self.cote **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description(self): return f"Carré de côté {self.cote}"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Cercle(Forme):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__init__(self, rayon): self.rayon = rayon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aire(self): return math.pi * self.rayon **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description(self): return f"Cercle de rayon {self.rayon}"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Triangle(Forme):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__init__(self, base, hauteur): self.base = base; self.hauteur = hauteur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aire(self): return 0.5 * self.base * self.hauteur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Polymorphisme en action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formes = [Carre(4), Cercle(3), Triangle(5, 2)]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for f in formes: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print(f"{f.description()} → aire = {f.aire():.2f}")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Exercice : Système d'employés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Crée une classe Employe avec :</a:t>
            </a:r>
            <a:br/>
            <a:r>
              <a:t>  • Attributs : nom, salaire</a:t>
            </a:r>
            <a:br/>
            <a:r>
              <a:t>  • Méthode : travailler() → "Employé travaille..."</a:t>
            </a:r>
            <a:br/>
            <a:br/>
            <a:r>
              <a:t>Crée 3 classes filles :</a:t>
            </a:r>
            <a:br/>
            <a:r>
              <a:t>  1. Developpeur → travailler() → "Développeur écrit du code"</a:t>
            </a:r>
            <a:br/>
            <a:r>
              <a:t>  2. Designer → travailler() → "Designer crée des maquettes"</a:t>
            </a:r>
            <a:br/>
            <a:r>
              <a:t>  3. Manager → __init__ ajoute equipe=[], travailler() → "Manager supervise"</a:t>
            </a:r>
            <a:br/>
            <a:br/>
            <a:r>
              <a:t>Ajoute :</a:t>
            </a:r>
            <a:br/>
            <a:r>
              <a:t>  • Méthode embaucher(employe) à Manager</a:t>
            </a:r>
            <a:br/>
            <a:r>
              <a:t>  • Un affichage liste des employés de tous types</a:t>
            </a:r>
            <a:br/>
            <a:r>
              <a:t>  • Calcule le salaire total de l'entreprise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Héritage : class Fille(Parent) → réutilise le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super() = appelle la méthode parent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Polymorphisme : même méthode, comportement différent selon la classe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Encapsulation : _protégé, __privé (name mangling)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Getter/Setter pour contrôler l'accès aux attributs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La POO permet de modéliser le monde réel proprement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