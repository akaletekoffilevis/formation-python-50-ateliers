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Partie 5 - Projets Avancés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Environnements Virtuels et pip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57D"/>
                </a:solidFill>
                <a:latin typeface="Calibri"/>
              </a:defRPr>
            </a:pPr>
            <a:r>
              <a:t>Isoler ses projets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Comprendre les environnements virtuels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Créer et activer un venv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Utiliser pip correctement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Gérer les dépendances avec requirements.txt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Pourquoi des environnements virtuels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Problème : chaque projet Python peut avoir besoin de versions différentes des mêmes bibliothèques.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Projet A : utilise Django 4.2 (a besoin de Python 3.10+)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Projet B : utilise Django 3.2 (marche avec Python 3.8)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Sans venv : impossible d'avoir les DEUX versions installées en même temps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(ou alors c'est le chaos total)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Solution : ENVIRONNEMENT VIRTUEL = une copie isolée de Python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Chaque projet a SON PROPRE Python et SES PROPRES paquets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Pas de conflit entre les projets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Système : Python 3.14 + paquets système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├── Projet A : venv avec Django 4.2 + pandas 2.0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└── Projet B : venv avec Django 3.2 + numpy 1.21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C'est la norme dans l'industrie 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Créer et utiliser un venv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1. Créer un environnement virtuel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python -m venv mon_env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Crée un dossier mon_env/ avec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  bin/   → python, pip activé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  lib/   → paquets installés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  pyvenv.cfg → config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2. Activer l'environnement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Linux/macOS: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source mon_env/bin/activate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Windows: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mon_env\Scripts\activate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Après activation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(mon_env) $  → le nom apparait dans le terminal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which python  # → .../mon_env/bin/python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python --version  # version du venv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3. Désactiver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deactivate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pip - Le gestionnaire de paquets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pip = Python Install Packages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Installer un paquet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pip install requests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Version spécifique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pip install django==4.2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Version minimale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pip install "flask&gt;=2.0"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Désinstaller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pip uninstall requests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Lister les paquets installés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pip list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Afficher les infos d'un paquet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pip show requests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Mettre à jour un paquet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pip install --upgrade pip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Rechercher un paquet sur PyPI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pip search mot-cle  # (déprécié, utiliser le site web)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Installer depuis un fichier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pip install -r requirements.txt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requirements.txt - Les dépendances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requirements.txt = liste des paquets nécessaires au projet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Créer requirements.txt (à partir de l'environnement actif)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pip freeze &gt; requirements.txt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Résultat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requests==2.31.0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flask==3.0.0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numpy==1.26.0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Installer les dépendances d'un projet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pip install -r requirements.txt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workflow typique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1. git clone mon-projet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2. python -m venv venv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3. source venv/bin/activate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4. pip install -r requirements.txt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5. python main.py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ATTENTION : NE PAS commiter le dossier venv 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Ajouter venv/ dans .gitignore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Différence entre paquets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- Standard : random, math, os, sys (toujours disponibles)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- Externes : requests, flask, numpy (à installer via pip)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Règles à suivre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1. Toujours créer un venv pour chaque projet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python -m venv .venv  (point + nom = convention moderne)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2. Activer le venv avant de travailler sur le projet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source .venv/bin/activate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3. Toujours utiliser pip install dans le venv, PAS en système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(évite de casser Python système)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4. requirements.txt versionné (mais PAS le dossier venv)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5. Fichier .gitignore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.venv/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__pycache__/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*.pyc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6. Vérifie : python -m pip install (plus sûr que pip install)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7. python -m venv .venv --prompt mon_projet  (nom personnalisé)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Exercice : Mise en place propre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320040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1. Crée un dossier "mon_app_flask"</a:t>
            </a:r>
            <a:br/>
            <a:r>
              <a:t>2. Crée un venv : python -m venv .venv</a:t>
            </a:r>
            <a:br/>
            <a:r>
              <a:t>3. Active le venv</a:t>
            </a:r>
            <a:br/>
            <a:r>
              <a:t>4. Installe flask : pip install flask</a:t>
            </a:r>
            <a:br/>
            <a:r>
              <a:t>5. Crée un fichier app.py avec :</a:t>
            </a:r>
            <a:br/>
            <a:r>
              <a:t>     from flask import Flask</a:t>
            </a:r>
            <a:br/>
            <a:r>
              <a:t>     app = Flask(__name__)</a:t>
            </a:r>
            <a:br/>
            <a:r>
              <a:t>     @app.route('/')</a:t>
            </a:r>
            <a:br/>
            <a:r>
              <a:t>     def hello(): return "Hello Venv!"</a:t>
            </a:r>
            <a:br/>
            <a:r>
              <a:t>     app.run(debug=True)</a:t>
            </a:r>
            <a:br/>
            <a:r>
              <a:t>6. Lance l'app : python app.py</a:t>
            </a:r>
            <a:br/>
            <a:r>
              <a:t>7. Va sur http://localhost:5000</a:t>
            </a:r>
            <a:br/>
            <a:r>
              <a:t>8. Fait pip freeze &gt; requirements.txt</a:t>
            </a:r>
            <a:br/>
            <a:r>
              <a:t>9. Désactive le venv, réactive-le, pip install -r requirements.txt</a:t>
            </a:r>
            <a:br/>
            <a:r>
              <a:t>10. Ajoute .venv/ dans .gitignore et initialise Git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Environnement virtuel = Python isolé par projet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python -m venv .venv → source .venv/bin/activate → deactivate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pip = installation de paquets externes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pip freeze &gt; requirements.txt → partage les dépendances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NE JAMAIS versionner le dossier venv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532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Un venv par projet = bonne pratique INDISPENSABLE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