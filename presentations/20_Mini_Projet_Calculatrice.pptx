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Mini-Projet : Calculatrice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Mets tout en pratique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Appliquer variables, conditions, boucles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Créer un programme complet et utile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Structurer son code proprement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Tester et améliorer son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Objectif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Créer une calculatrice en ligne de commande qui permet de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1. Choisir une opération dans un menu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2. Saisir les nombres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3. Afficher le résultat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4. Revenir au menu jusqu'à 'Quitter'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Fonctionnalités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Addition, Soustraction, Multiplication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Division avec gestion de /0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Puissance, Racine carrée, Modulo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Historique des calculs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Gestion des erreurs de saisie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Tout ce qu'on a appris en action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Structure du programme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import math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historique = []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afficher_menu():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print("="*30)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    CALCULATRICE")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print("="*30)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print("1.Addition 2.Soustraction")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print("3.Multiplication 4.Division")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print("5.Puissance 6.Racine")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print("7.Modulo 8.Historique 9.Quitter")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afficher_menu()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choix = input("Choix (1-9)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choix == '9':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choix == '8':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for c in historique: print(f"  {c}")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continue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choix == '6':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a = float(input("Nombre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if a &lt; 0: print("Racine négative !"); continue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r = math.sqrt(a); print(f"√{a} = {r}")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# operations... (voir slide suivant)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On structure le code avec des fonctions pour le rendre clair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 corps principal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addition(a,b): return a+b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soustraction(a,b): return a-b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multiplication(a,b): return a*b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division(a,b):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"Erreur: /0!" if b==0 else a/b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operations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'1': ('+', addition),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'2': ('-', soustraction),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'3': ('×', multiplication),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'4': ('÷', division),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'5': ('^', lambda x,y: x**y),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'7': ('%', lambda x,y: x%y)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 = float(input("a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b = float(input("b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symbole, fonction = operations[choix]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resultat = fonction(a, b)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print(f"{a} {symbole} {b} = {resultat}")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not isinstance(resultat, str):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historique.append(f"{a} {symbole} {b} = {resultat}")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len(historique) &gt; 10: historique.pop(0)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 dictionnaire operations permet de choisir la fonction selon le choix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Améliorations à ajouter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Ajoute ces fonctionnalités :</a:t>
            </a:r>
            <a:br/>
            <a:br/>
            <a:r>
              <a:t>1. 🔄 Logarithme, sinus, cosinus</a:t>
            </a:r>
            <a:br/>
            <a:r>
              <a:t>2. 📊 Moyenne des résultats de l'historique</a:t>
            </a:r>
            <a:br/>
            <a:r>
              <a:t>3. 💾 Sauvegarde de l'historique dans un fichier</a:t>
            </a:r>
            <a:br/>
            <a:r>
              <a:t>4. 🎨 Couleurs dans le terminal</a:t>
            </a:r>
            <a:br/>
            <a:r>
              <a:t>5. 🔣 Calcul en une ligne : "2 + 3 * 4"</a:t>
            </a:r>
            <a:br/>
            <a:r>
              <a:t>6. 📋 Permet de copier le résultat</a:t>
            </a:r>
            <a:br/>
            <a:br/>
            <a:r>
              <a:t>Teste et vérifie :</a:t>
            </a:r>
            <a:br/>
            <a:r>
              <a:t>- Division par zéro</a:t>
            </a:r>
            <a:br/>
            <a:r>
              <a:t>- Racine d'un nombre négatif</a:t>
            </a:r>
            <a:br/>
            <a:r>
              <a:t>- Saisie texte au lieu de nombre</a:t>
            </a:r>
            <a:br/>
            <a:r>
              <a:t>- Choix invalide dans le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Ce projet combine : variables, conditions, boucles, listes, fonctions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On a appris à structurer un programme complet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L'historique montre comment stocker et afficher des données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La gestion d'erreurs rend le programme robuste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Continue à ajouter des fonctionnalités pour t'améliorer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