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3 - Fonctions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Modules et Import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Utiliser et créer des bibliothèques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ce qu'est un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Importer avec import, from, 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Créer ses propres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Connaître le if __name__ == '__main__'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Qu'est-ce qu'un module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Un module = un fichier .py qui contient du code réutilisable.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Sans modules : tout dans un seul fichier → DÉSORDRE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Avec modules : code organisé en fichiers séparés → CLARTÉ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Modules intégrés (built-in)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math → fonctions mathématiques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random → nombres aléatoires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datetime → dates et heures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os → système d'exploitation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sys → interpréteur Python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Modules externes : installés avec pip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Modules personnels : tes propres fichiers 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Syntaxes d'import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import simple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math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print(math.sqrt(16))  # 4.0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import avec alias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numpy as np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print(np.array([1,2,3]))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from ... import (sélectif)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math import pi, sqrt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print(pi, sqrt(25))  # 3.14... 5.0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4. from ... import * (⚠ DÉCONSEILLÉ)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math import *  # importe TOUT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Risque de conflit de noms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5. import d'une partie spécifique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datetime import datetime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print(datetime.now())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Créer son propre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FICHIER: mes_outils.py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saluer(nom):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f"Bonjour {nom}!"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additionner(a, b, c=0):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a + b + 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PI = 3.14159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UTILISATEURS = []  # variable globale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FICHIER: main.py (autre fichier)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mes_outils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print(mes_outils.saluer("Alice"))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print(mes_outils.additionner(3, 5))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print(mes_outils.PI)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Ou avec from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from mes_outils import saluer, PI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print(saluer("Bob"))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print(PI)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Le __name__ == '__main__'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FICHIER: salutations.py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bonjour(nom):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f"Salut {nom}"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def au_revoir(nom):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return f"À plus {nom}"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Test (s'exécute seulement si on lance CE fichier)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if __name__ == "__main__":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print(bonjour("Test"))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print(au_revoir("Test"))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Si on importe ce module AILLEURS, ces tests ne s'exécutent PAS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Pourquoi 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__name__ vaut '__main__' quand on exécute le fichier directement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__name__ vaut le NOM du module quand on l'importe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Organisation des dossiers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Bonne structure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mon_projet/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main.py           # Point d'entrée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utils/             # Dossier = package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│   ├── __init__.py    # Rend le dossier importable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│   ├── maths.py       # Import: from utils.maths import ...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│   └── strings.py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├── data/              # Données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└── tests/             #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Le fichier __init__.py peut être vide ou contenir du code d'initialisation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Un dossier avec __init__.py = un PACKAGE (ensemble de modules)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Recharger un module sans redémarrer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Pendant le développement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importlib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mes_outils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Modifier mes_outils.py...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importlib.reload(mes_outils)  # recharge sans redémarrer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Lister tout ce que contient un module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math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print(dir(math))  # liste toutes les fonctions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Voir le chemin d'un module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print(math.__file__)  # chemin vers math.py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Crée ton module math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Crée un fichier mon_math.py avec :</a:t>
            </a:r>
            <a:br/>
            <a:r>
              <a:t>  1. Fonction factorielle(n) qui calcule n!</a:t>
            </a:r>
            <a:br/>
            <a:r>
              <a:t>  2. Fonction est_pair(n) qui retourne booléen</a:t>
            </a:r>
            <a:br/>
            <a:r>
              <a:t>  3. Fonction fibonacci(n) qui retourne les n premiers termes</a:t>
            </a:r>
            <a:br/>
            <a:r>
              <a:t>  4. Constante VITESSE_LUMIERE = 299792458</a:t>
            </a:r>
            <a:br/>
            <a:r>
              <a:t>  5. Bloc if __name__ == '__main__' pour tester</a:t>
            </a:r>
            <a:br/>
            <a:br/>
            <a:r>
              <a:t>Puis crée un test_math.py qui importe mon_math et :</a:t>
            </a:r>
            <a:br/>
            <a:r>
              <a:t>  - Calcule factorielle(5)</a:t>
            </a:r>
            <a:br/>
            <a:r>
              <a:t>  - Vérifie si 42 est pair</a:t>
            </a:r>
            <a:br/>
            <a:r>
              <a:t>  - Affiche les 10 premiers nombres de Fibonacci</a:t>
            </a:r>
            <a:br/>
            <a:r>
              <a:t>  - Affiche VITESSE_LUMIERE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Un module = fichier .py réutilisable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import module, from module import func, import module as alias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if __name__ == '__main__' : test uniquement en exécution directe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Un dossier avec __init__.py = un package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Les modules rendent le code ORGANISÉ et RÉUTILISABLE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