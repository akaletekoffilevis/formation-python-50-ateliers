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Débogage et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Écrire du code fiable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Maîtriser le débogueur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Écrire des tests unitaires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assert et 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TDD (Test Driven Development)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Pourquoi tester son code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Les bugs arrivent à TOUT le monde, même aux meilleurs développeurs.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Tester son code = VÉRIFIER qu'il fait ce qu'on attend.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Sans tests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Tu changes une ligne → tu ne sais pas si tout le reste 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Tu ajoutes une fonction → tu découvres 3 bugs cachés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Tu passes 2h à trouver un bug que tu aurais pu détecter en 5min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Avec tests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Confiance pour modifier le code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Détection rapide des bugs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Documentation vivante (le test montre comment utiliser le code)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Meilleure conception (un code testable est mieux conçu)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Types de tests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Tests UNITAIRE : une fonction spécifique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Tests d'INTÉGRATION : plusieurs composants ensemble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Tests E2E : parcours complet utilisateur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Déboguer avec breakpoint()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Technique 1 : breakpoint() - Python 3.7+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calculer_prix(prix_ht, tva=0.2):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breakpoint()  # ➡️ pause ici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tva_calculee = prix_ht * tva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total = prix_ht + tva_calculee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print(calculer_prix(100))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Quand le programme arrive à breakpoint()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(Pdb) est une console interactive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Commandes utiles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p variable    → print(variable)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n            → next (ligne suivante)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s            → step into (entre dans la fonction)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c            → continue (jusqu'au prochain breakpoint)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l            → list (affiche le code autour)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q            → quit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p dir(obj)   → inspecte un objet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p locals()   → toutes les variables locales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Tests unitaires avec unittest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unittest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mon_module import addition,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TestCalculs(unittest.TestCase):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test_addition(self):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self.assertEqual(addition(2, 3), 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self.assertEqual(addition(-1, 1), 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test_division(self):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self.assertEqual(division(10, 2), 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self.assertAlmostEqual(division(7, 3), 2.333, places=2)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test_division_par_zero(self):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with self.assertRaises(ValueError):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division(5, 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test_parametres_defaut(self):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self.assertEqual(addition(5), 5)  # b=0 par défaut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if __name__ == '__main__':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unittest.main()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Assertions courantes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assertEqual, assertTrue, assertFalse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assertIn, assertNotIn, assertIsNone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assertRaises, assertAlmostEqual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Tests avec pytest (plus moderne)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pip install pytest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test_calculs.py (pas besoin de classe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mon_module import addition,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test_addition():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addition(2, 3) ==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addition(-1, 1) ==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addition(5) ==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test_division():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division(10, 2) ==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division(7, 3) == 2.333  # marche pas pour floats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test_division_par_zero():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import pytest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pytest.raises(ValueError):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division(5, 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test_parametres():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assert addition(5) == 5  # valeur par défaut de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Lancer : pytest -v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Résultat : tous les ✓ ou ✗ avec explications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TDD - Test 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TDD = écrire le test AVANT le code.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Cycle TDD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1. 🔴 Écris un test qui ÉCHOUE (car la fonction n'existe pas)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2. ✅ Écris le code MINIMUM pour faire passer le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3. ♻️ Refactore (améliore) le code sans casser le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Exemple concret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Étape 1 : j'écris le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def test_factorial():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assert factorial(0) ==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assert factorial(5) == 120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Étape 2 : j'écris juste assez pour que ça passe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def factorial(n):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if n == 0: return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return n * factorial(n-1)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Étape 3 : je peux améliorer (ajouter validation)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Avantages TDD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Code mieux conçu (testable dès le départ)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Moins de bugs (les tests sont écrits AVANT)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Documentation automatique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Tests pour le Projet Pendu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Reprends le projet Pendu (p40) et écris des tests :</a:t>
            </a:r>
            <a:br/>
            <a:br/>
            <a:r>
              <a:t>1. Crée test_pendu.py</a:t>
            </a:r>
            <a:br/>
            <a:r>
              <a:t>2. Teste la classe Pendu :</a:t>
            </a:r>
            <a:br/>
            <a:r>
              <a:t>   - test_proposer_lettre_trouvee()</a:t>
            </a:r>
            <a:br/>
            <a:r>
              <a:t>   - test_proposer_lettre_ratee()</a:t>
            </a:r>
            <a:br/>
            <a:r>
              <a:t>   - test_proposer_deux_fois_la_meme()</a:t>
            </a:r>
            <a:br/>
            <a:r>
              <a:t>   - test_est_gagne()</a:t>
            </a:r>
            <a:br/>
            <a:r>
              <a:t>   - test_est_perdu()</a:t>
            </a:r>
            <a:br/>
            <a:r>
              <a:t>   - test_plusieurs_lettres()</a:t>
            </a:r>
            <a:br/>
            <a:br/>
            <a:r>
              <a:t>3. Lance : pytest -v test_pendu.py</a:t>
            </a:r>
            <a:br/>
            <a:r>
              <a:t>4. Ajoute un test qui échoue volontairement pour voir</a:t>
            </a:r>
            <a:br/>
            <a:br/>
            <a:r>
              <a:t>BONUS : Calcule le % de couverture de code (pip install coverage)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breakpoint() pour déboguer interactivement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Tests unitaires : unittest (intégré) ou pytest (moderne)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Assertions : assertEqual, assertTrue, assertRaises...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TDD : Test d'abord, code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Les tests donnent CONFIANCE pour modifier le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projet sans tests = un projet fragile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