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10362895" cy="411480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6B35"/>
                </a:solidFill>
                <a:latin typeface="Calibri"/>
              </a:defRPr>
            </a:pPr>
            <a:r>
              <a:t>Partie 5 - Projets Avancés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94484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APIs HTTP avec requests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94484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C757D"/>
                </a:solidFill>
                <a:latin typeface="Calibri"/>
              </a:defRPr>
            </a:pPr>
            <a:r>
              <a:t>Communiquer avec le web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B4D8"/>
                </a:solidFill>
                <a:latin typeface="Calibri"/>
              </a:defRPr>
            </a:pPr>
            <a:r>
              <a:t>Objectifs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463040"/>
            <a:ext cx="10058400" cy="731520"/>
          </a:xfrm>
          <a:prstGeom prst="round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55448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✦ Comprendre ce qu'est une API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468880"/>
            <a:ext cx="10058400" cy="731520"/>
          </a:xfrm>
          <a:prstGeom prst="round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56032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✦ Connaître les méthodes HTTP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474720"/>
            <a:ext cx="10058400" cy="731520"/>
          </a:xfrm>
          <a:prstGeom prst="round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56616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✦ Utiliser le module requests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480560"/>
            <a:ext cx="10058400" cy="731520"/>
          </a:xfrm>
          <a:prstGeom prst="round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457200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Calibri"/>
              </a:defRPr>
            </a:pPr>
            <a:r>
              <a:t>✦ Travailler avec JSON et APIs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6B35"/>
                </a:solidFill>
                <a:latin typeface="Calibri"/>
              </a:defRPr>
            </a:pPr>
            <a:r>
              <a:t>Qu'est-ce qu'une API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API = Application Programming Interface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Interface de communication entre programmes.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Métaphore du restaurant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Toi = ton programme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Le menu = l'API (les actions possibles)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Le serveur = la requête API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La cuisine = le serveur distant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Ton plat = la réponse JSON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Concrètement : ton programme envoie une REQUÊTE à un SERVEUR distant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et reçoit une RÉPONSE (souvent en JSON)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Exemples d'API publiques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météo → api.openweathermap.org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GitHub → api.github.com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• Météo France, PokéAPI, etc.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/!\ Besoin d'un module externe : pip install requests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6B35"/>
                </a:solidFill>
                <a:latin typeface="Calibri"/>
              </a:defRPr>
            </a:pPr>
            <a:r>
              <a:t>Méthodes HTTP (CRUD)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HTTP = le protocole du web. Chaque requête a une MÉTHODE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GET    → LIRE des données (comme SELECT en base)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POST   → CRÉER des données (comme INSERT)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PUT    → METTRE À JOUR des données (comme UPDATE)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DELETE → SUPPRIMER des données (comme DELETE)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🔑 GET est la plus utilisée (et la seule dont on a besoin pour débuter)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URL d'API typique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https://api.github.com/users/octocat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│          │              │             │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protocole  domaine       chemin      paramètre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Paramètres dans l'URL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https://api.exemple.com/data?page=2&amp;limit=10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? sépare les paramètres, &amp; les sépare entre eux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6B35"/>
                </a:solidFill>
                <a:latin typeface="Calibri"/>
              </a:defRPr>
            </a:pPr>
            <a:r>
              <a:t>Première API avec requests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515600" cy="50292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34440"/>
            <a:ext cx="9966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import requests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GET simple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reponse = requests.get("https://api.github.com")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Vérifier le statut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print(reponse.status_code)  # 200 = OK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200 = succès, 404 = pas trouvé, 500 = erreur serveur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301/302 = redirection, 401 = non autorisé, 403 = interdit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Voir la réponse en texte brut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print(reponse.text[:200])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Convertir en JSON (dictionnaire Python)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data = reponse.json()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print(data["current_user_url"])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Voir les en-têtes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print(reponse.headers["Content-Type"])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Vérifier le succès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if reponse.ok: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print("Tout va bien")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else: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print(f"Erreur {reponse.status_code}")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6B35"/>
                </a:solidFill>
                <a:latin typeface="Calibri"/>
              </a:defRPr>
            </a:pPr>
            <a:r>
              <a:t>API GitHub en pratique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515600" cy="50292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34440"/>
            <a:ext cx="9966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import requests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Récupérer les infos d'un utilisateur GitHub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user = requests.get("https://api.github.com/users/python").json()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print(f"Login: {user['login']}")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print(f"Nom: {user['name']}")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print(f"Repos: {user['public_repos']}")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print(f"Followers: {user['followers']}")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Récupérer ses dépôts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repos = requests.get("https://api.github.com/users/python/repos").json()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for repo in repos[:5]: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print(f"- {repo['name']} : {repo['description']}")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Avec paramètres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params = {"per_page": 3, "sort": "updated"}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repos = requests.get("https://api.github.com/users/python/repos", params=params).json()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for r in repos: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print(r["full_name"])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6B35"/>
                </a:solidFill>
                <a:latin typeface="Calibri"/>
              </a:defRPr>
            </a:pPr>
            <a:r>
              <a:t>APIs avec paramètres et authentification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APIs avec clé (API Key)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# Beaucoup d'APIs nécessitent une clé (gratuite)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# Exemple avec OpenWeatherMap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API_KEY = "ta_clé_ici"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ville = "Paris"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url = "https://api.openweathermap.org/data/2.5/weather"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params = {"q": ville, "appid": API_KEY, "units": "metric"}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reponse = requests.get(url, params=params)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if reponse.status_code == 200: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    data = reponse.json()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    print(f"Température: {data['main']['temp']}°C")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💡 Jamais de clé API en dur dans le code !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Utiliser 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  • Fichier .env (python-dotenv)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  • Variables d'environnement : os.environ["API_KEY"]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  • .gitignore pour ne pas exposer la clé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6B35"/>
                </a:solidFill>
                <a:latin typeface="Calibri"/>
              </a:defRPr>
            </a:pPr>
            <a:r>
              <a:t>POST, en-têtes et gestion d'erreurs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515600" cy="50292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34440"/>
            <a:ext cx="9966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import requests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POST : envoyer des données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data = {"title": "Mon article", "body": "Contenu"}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reponse = requests.post("https://jsonplaceholder.typicode.com/posts", json=data)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print(reponse.status_code)  # 201 = Created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print(reponse.json())  # l'objet créé avec son ID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En-têtes personnalisés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headers = {"Authorization": "Bearer token123", "User-Agent": "MonApp/1.0"}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reponse = requests.get("https://api.github.com/user", headers=headers)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# Gestion d'erreurs robuste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try: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reponse = requests.get("https://api.github.com/users/inconnu", timeout=5)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reponse.raise_for_status()  # lève exception si pas 2xx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print(reponse.json())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except requests.exceptions.HTTPError as e: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print(f"HTTP Error: {e}")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except requests.exceptions.ConnectionError: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print("Pas de connexion Internet")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except requests.exceptions.Timeout: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print("Timeout (serveur trop lent)")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except requests.exceptions.RequestException as e: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CDD6F4"/>
                </a:solidFill>
                <a:latin typeface="Consolas"/>
              </a:defRPr>
            </a:pPr>
            <a:r>
              <a:t>    print(f"Erreur: {e}")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6D6A0"/>
                </a:solidFill>
                <a:latin typeface="Calibri"/>
              </a:defRPr>
            </a:pPr>
            <a:r>
              <a:t>Exercice : Explorer les APIs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515600" cy="3200400"/>
          </a:xfrm>
          <a:prstGeom prst="round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280160"/>
            <a:ext cx="9601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1. Récupère les infos de l'utilisateur GitHub "octocat"</a:t>
            </a:r>
            <a:br/>
            <a:r>
              <a:t>2. Affiche : nom, bio, localisation, nb de followers</a:t>
            </a:r>
            <a:br/>
            <a:r>
              <a:t>3. Récupère ses 3 derniers dépôts</a:t>
            </a:r>
            <a:br/>
            <a:r>
              <a:t>4. Pour chaque dépôt affiche : nom, étoiles, langage principal</a:t>
            </a:r>
            <a:br/>
            <a:br/>
            <a:r>
              <a:t>BONUS :</a:t>
            </a:r>
            <a:br/>
            <a:r>
              <a:t>5. Utilise l'API https://api.chucknorris.io/ pour une blague aléatoire</a:t>
            </a:r>
            <a:br/>
            <a:r>
              <a:t>6. Utilise https://api.coindesk.com/v1/bpi/currentprice.json pour le prix du Bitcoin</a:t>
            </a:r>
            <a:br/>
            <a:r>
              <a:t>7. Crée une fonction qui prend un username GitHub et affiche son profil</a:t>
            </a:r>
            <a:br/>
            <a:br/>
            <a:r>
              <a:t>EXTRA BONUS :</a:t>
            </a:r>
            <a:br/>
            <a:r>
              <a:t>8. Utilise https://restcountries.com/v3.1/name/france pour les infos pays</a:t>
            </a:r>
            <a:br/>
            <a:r>
              <a:t>9. Gère les erreurs (si l'utilisateur n'existe pas)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572000"/>
            <a:ext cx="10515600" cy="201168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709160"/>
            <a:ext cx="99669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DD6F4"/>
                </a:solidFill>
                <a:latin typeface="Consolas"/>
              </a:defRPr>
            </a:pPr>
            <a:r>
              <a:t>import requests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DD6F4"/>
                </a:solidFill>
                <a:latin typeface="Consolas"/>
              </a:defRPr>
            </a:pPr>
            <a:r>
              <a:t>def profil_github(username):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DD6F4"/>
                </a:solidFill>
                <a:latin typeface="Consolas"/>
              </a:defRPr>
            </a:pPr>
            <a:r>
              <a:t>    url = f"https://api.github.com/users/{username}"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DD6F4"/>
                </a:solidFill>
                <a:latin typeface="Consolas"/>
              </a:defRPr>
            </a:pPr>
            <a:r>
              <a:t>    r = requests.get(url)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DD6F4"/>
                </a:solidFill>
                <a:latin typeface="Consolas"/>
              </a:defRPr>
            </a:pPr>
            <a:r>
              <a:t>    if r.status_code == 404: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DD6F4"/>
                </a:solidFill>
                <a:latin typeface="Consolas"/>
              </a:defRPr>
            </a:pPr>
            <a:r>
              <a:t>        return "Utilisateur inconnu"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DD6F4"/>
                </a:solidFill>
                <a:latin typeface="Consolas"/>
              </a:defRPr>
            </a:pPr>
            <a:r>
              <a:t>    u = r.json()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DD6F4"/>
                </a:solidFill>
                <a:latin typeface="Consolas"/>
              </a:defRPr>
            </a:pPr>
            <a:r>
              <a:t>    return f"{u["name"]} - {u["bio"]}"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6B35"/>
                </a:solidFill>
                <a:latin typeface="Calibri"/>
              </a:defRPr>
            </a:pPr>
            <a:r>
              <a:t>À retenir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7160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14173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API = interface entre programmes via HTTP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19456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2402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GET = lire, POST = créer, PUT = maj, DELETE = supprimer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01752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0632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module requests : get(), post(), json(), status_code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84048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8862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Toujours gérer les erreurs (timeout, 404, connexion)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66344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7091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API Key = fichier .env + .gitignore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5486400"/>
            <a:ext cx="10058400" cy="594360"/>
          </a:xfrm>
          <a:prstGeom prst="round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55321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EE2E6"/>
                </a:solidFill>
                <a:latin typeface="Calibri"/>
              </a:defRPr>
            </a:pPr>
            <a:r>
              <a:t>✓ Le monde du développement est rempli d'APIs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