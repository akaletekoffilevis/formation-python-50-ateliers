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Tuples et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Collections immutables et ensembles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les tuples (immuables)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les sets (ensembles sans doublons)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quand utiliser chaque type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les opérations sur les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Tuple vs List vs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Modifiable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Ordonné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Doublons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 Indexé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Syntaxe: [...]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Tuple vs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❌/✅/❌ Modifiable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✅/✅/❌ Ordonné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✅/✅/❌ Doublons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✅/✅/❌ Indexé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(...) / {...}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Les Tuples - Collections immutables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Un tuple est une liste... qui ne peut pas être modifiée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Création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vide = 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coords = (10, 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trois = 1, 2, 3  # parenthèses optionnelles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Tuple avec 1 élément (attention à la virgule !)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simple = (5,)   # tuple avec 1 élément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pas_tuple = (5)  # simple entier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Accès (comme les listes)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print(coords[0])   #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print(coords[-1])  # 20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Tentative de modification → ERREUR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coords[0] = 5  # TypeError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tuples sont utilisés pour les données qui ne doivent PAS changer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Pourquoi utiliser des tuples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RETOUR MULTIPLE de fonctions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min_max(liste):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min(liste), max(liste)  # retourne un tuple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mini, maxi = min_max([3, 1, 7, 2, 9])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print(mini, maxi)  # 1 9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CLÉS DE DICTIONNAIRE (tuples oui, listes non)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positions = {(0,0): "Origine", (1,0): "Droite"}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print(positions[(0,0)])  # Origine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3. DONNÉES IMMUTABLES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TAILLE = (1920, 1080)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COULEUR = (255, 200, 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tuples sont plus LÉGERS et plus RAPIDES que les listes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Les Sets - Ensembles sans doublons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Un set = collection NON ordonnée, SANS doublons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Création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set_vide = set()  # {} créerait un dict vide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fruits = {"pomme", "banane", "cerise", "pomme"}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print(fruits)  # {'cerise', 'pomme', 'banane'} - pomme qu'une fois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Créer un set à partir d'une liste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nombres = [1, 2, 2, 3, 3, 3, 4, 5, 5]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set_nombres = set(nombres)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print(set_nombres)  # {1, 2, 3, 4, 5}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sets sont parfaits pour SUPPRIMER LES DOUBLONS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Opérations sur les 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 = {1, 2, 3, 4, 5}; b = {4, 5, 6, 7, 8}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UNION : tous les éléments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| b)   # {1, 2, 3, 4, 5, 6, 7, 8}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print(a.union(b))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INTERSECTION : éléments COMMUNS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&amp; b)   # {4, 5}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print(a.intersection(b))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DIFFÉRENCE : dans a mais PAS dans 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- b)   # {1, 2, 3}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DIFFÉRENCE SYMÉTRIQUE : dans a ou b, pas les deux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print(a ^ b)   # {1, 2, 3, 6, 7, 8}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Vérifications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print(3 in a)  # 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print({1,2}.issubset(a))  #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opérations sur les sets sont TRÈS RAPIDES (O(1) pour la recherche)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Tuples et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Crée un tuple avec 5 nombres, essaie de le modifier → constate l'erreur</a:t>
            </a:r>
            <a:br/>
            <a:r>
              <a:t>2. Crée une fonction qui retourne (somme, moyenne, min, max) d'une liste</a:t>
            </a:r>
            <a:br/>
            <a:r>
              <a:t>3. Crée deux listes avec doublons, trouve : a) communs b) uniques c) éléments distincts</a:t>
            </a:r>
            <a:br/>
            <a:r>
              <a:t>4. Vérifie si "python" est dans un set de langages</a:t>
            </a:r>
            <a:br/>
            <a:r>
              <a:t>5. (BONUS) Trouve les caractères uniques dans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# Caractères uniques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phrase = "le chat et le chien jouent"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caracteres = set(phrase.replace(" ", ""))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print(f"Uniques: {sorted(caracteres)}")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print(f"Nombre: {len(caracteres)}")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Tuple = liste immuable (ne peut pas être modifiée)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Tuple : (), return multiple, clés de dict, données fixes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Set = ensemble NON ordonné SANS doublons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Opérations : | &amp; - ^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Choisis le bon type selon ton besoin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