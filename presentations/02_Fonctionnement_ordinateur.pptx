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1 - Culture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Comment fonctionne un ordinateur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Les composants matériels (Hardware) expliqués simplement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les principales parties d'un ordinateur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 rôle de chaque composant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comment ils travaillent ensemble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Être capable de choisir un ordinateur adapté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Hardware vs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Hardware = la partie physique (ce qu'on touche). Software = les programmes (ce qu'on ne touche pas).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Hardware : écran, clavier, souris, processeur, disque dur...</a:t>
            </a:r>
            <a:br/>
            <a:r>
              <a:t>Software : Windows, Chrome, Python, jeux, applications...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4 fonctions d'un ordinateur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Tout ordinateur fait 4 choses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1️⃣  ENTRÉE (Input)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Récupérer des informations depuis l'extérieur (clavier, souris, micro, caméra)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2️⃣  TRAITEMENT (Processing)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Calculer, analyser, transformer les données (le processeur = le cerveau)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3️⃣  SORTIE (Output)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Afficher/envoyer le résultat (écran, haut-parleurs, imprimante)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4️⃣  STOCKAGE (Storage)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Sauvegarder les informations pour plus tard (disque dur, SSD)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Les composants internes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31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Composant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🖥️  Carte mère (Motherboard)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🧠  Processeur (CPU)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📝  RAM (Mémoire vive)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💾  Disque dur / SSD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🎮  Carte graphique (GPU)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🔌  Alimentation (PSU)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3931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Connecte tous les composants entre eux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Exécute les calculs et instructions = le cerveau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Mémoire temporaire pour les tâches en cours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Stockage permanent de tes fichiers et programmes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Génère les images, vidéos et jeux (indispensable pour les gamers)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Fournit l'électricité à tous les composants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 Processeur (CPU) - Le cerveau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CPU = Central Processing Unit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le composant le plus important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Il exécute des milliards d'opérations par seconde (GHz = gigahertz)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Comment il fonctionne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Cycle : Récupérer → Décoder → Exécuter → Stocker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1. Il récupère une instruction depuis la RAM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2. Il décode ce qu'il doit faire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3. Il exécute l'instruction (calcul, déplacement...)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4. Il stocke le résultat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Marques principales : Intel (Core i5, i7, i9) et AMD (Ryzen 5, 7, 9)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Plus le GHz est élevé, plus le processeur est rapide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La RAM - La mémoire de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RAM = Random Access Memory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la mémoire TEMPORAIRE (elle s'efface quand on éteint)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Elle stocke ce que l'ordinateur est en train de faire MAINTENANT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Analogies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C'est comme ton bureau de travail : plus il est grand, plus tu peux étaler de documents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 disque dur c'est l'armoire de rangement (pour plus tard)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Conseils pratiques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8 Go minimum pour un usage normal (navigation, bureautique)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16 Go recommandé pour le gaming ou la programmation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Plus de RAM = pouvoir faire plus de choses en même temps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⚡ La RAM est BEAUCOUP plus rapide que le disque dur, mais elle est volatile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 stockage : HDD vs SSD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Disque Dur (HDD)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Ancienne technologie (plateaux qui tournent et tête de lecture)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Moins cher, plus lent, sensible aux chocs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Capacité : 500 Go à 4 To typiquement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SSD (Solid State Drive)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Technologie moderne (puce mémoire, sans parties mobiles)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Plus cher, mais BEAUCOUP plus rapide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Ton PC démarre en 10 secondes au lieu de 2 minutes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Capacité : 128 Go à 2 To typiquement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Lequel choisir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👉 SSD pour le système et les logiciels (rapidité au quotidien)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👉 HDD pour les fichiers volumineux (photos, vidéos) si besoin de place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👉 Le meilleur des deux : SSD + HDD combinés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Comment tout ça communique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chemin d'une action simple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Tu appuies sur une touche du clavier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→ Le signal va à la carte mère via un câble USB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→ Le processeur récupère l'info et la traite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→ Il va chercher les programmes nécessaires dans la RAM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→ Si besoin, il lit/écrit sur le SSD pour charger des données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→ La carte graphique génère l'image à afficher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→ L'écran affiche le résultat (la lettre apparaît !)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⏱️ Tout ça se produit en quelques MILLISECONDES (millièmes de seconde)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processeur peut faire ça des milliards de fois par seconde.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périphériques essentiels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Entrée (Input)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Clavier, souris, pavé tactile, micro, webcam, scanner, manette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Les capteurs (tactiles, accéléromètres, GPS...)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Sortie (Output)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Écran / moniteur, haut-parleurs / casque, imprimante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Casque VR, projecteur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Entrée-Sortie (Input/Output)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Écran tactile, disque dur externe, clé USB, carte réseau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Imprimante multifonction, casque avec micro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Chaque périphérique a besoin d'un PILOTE (driver) pour communiquer avec l'OS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 ordinateur = entrée + traitement + sortie + stockage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CPU = le cerveau, RAM = mémoire de travail, SSD = mémoire permanente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La carte mère connecte tous les composants entre eux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SSD est beaucoup plus rapide que HDD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Plus de RAM et un meilleur CPU = ordinateur plus performant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Tout fonctionne ensemble en quelques millisecondes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