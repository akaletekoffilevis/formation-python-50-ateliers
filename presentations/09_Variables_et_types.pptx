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Variables et Types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Stocker et manipuler des informations en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 - Fondamentaux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ce qu'est une variable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Connaître les types de base : int, float, str, bool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Savoir nommer correctement une variable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Découvrir la fonction type()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Calibri"/>
              </a:defRPr>
            </a:pPr>
            <a:r>
              <a:t>Une variable, c'est quoi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A0A2E"/>
                </a:solidFill>
                <a:latin typeface="Calibri"/>
              </a:defRPr>
            </a:pPr>
            <a:r>
              <a:t>Une variable est une boîte qui contient une valeur. Tu donnes un nom à cette boîte pour pouvoir récupérer son contenu plus tard.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04672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Exemple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A0A2E"/>
                </a:solidFill>
                <a:latin typeface="Calibri"/>
              </a:defRPr>
            </a:pPr>
            <a:r>
              <a:t>age = 25      → la variable 'age' contient la valeur 25</a:t>
            </a:r>
            <a:br/>
            <a:r>
              <a:t>nom = "Utilisateur"  → la variable 'nom' contient le texte "Utilisateur"</a:t>
            </a:r>
            <a:br/>
            <a:r>
              <a:t>C'est comme une étiquette sur une boîte 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Créer et utiliser une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En Python, c'est très simple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nom_de_la_variable = valeur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 signe = est l'opérateur d'affectation (pas "égal" mathématique)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Il prend la valeur à droite et la stocke dans la variable à gauche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age = 25                 # age vaut 25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prenom = "Lucas"         # prenom vaut "Lucas"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prix = 19.99             # prix vaut 19.99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est_etudiant = True      # est_etudiant vaut True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Ensuite, on peut utiliser la variable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print(age)            # affiche 25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print("Je m'appelle", prenom)  # affiche "Je m'appelle Utilisateur"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Python déduit tout seul le type de la variable selon la valeur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types de base en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int (entier) : nombres sans virgule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age = 14 / quantite = 100 / temperature = -5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float (décimal) : nombres à virgule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prix = 19.99 / pi = 3.14159 / note = 14.5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(en anglais, le point = la virgule !)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str (string / chaîne) : texte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nom = "Lucas" / phrase = 'Bonjour !'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(guillemets doubles ou simples, au choix mais cohérent)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bool (booléen) : vrai/faux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est_connecte = True / est_adulte = False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(Toujours True ou False, avec majuscule !)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Voir le type d'une variable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On utilise la fonction type()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14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prix = 19.99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 = "Lucas"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est_ok = 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print(type(age))    # &lt;class 'int'&gt;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print(type(prix))   # &lt;class 'float'&gt;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print(type(nom))    # &lt;class 'str'&gt;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print(type(est_ok)) # &lt;class 'bool'&gt;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C'est super utile pour déboguer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valeur = input("Tape quelque chose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print(type(valeur))  # &lt;class 'str'&gt; (TOUJOURS une chaîne avec input 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type() est très utile pour comprendre pourquoi ton code ne marche pas comme prévu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règles pour nommer une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Règles OBLIGATOIRES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 Commencer par une lettre ou _ (pas par un chiffre)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 Contenir seulement : lettres (a-z, A-Z), chiffres, _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 Sensible à la casse : age, Age, AGE sont 3 variables différentes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⚠️  Mots réservés (ne pas utiliser)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False, True, if, else, for, while, import, class, def, return...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Conventions RECOMMANDÉES (PEP 8)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🐍  Utiliser le snake_case : age_utilisateur, mon_nom, est_connecte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🐍  Noms en minuscules avec des underscores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🐍  Utiliser des noms explicites (pas a, b, x mais age, prix_total)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🐍  Éviter les noms trop longs (mais assez longs pour être clairs)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Bons vs mauvais noms de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❌ MAUVAIS noms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x = 14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 = "Lucas"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 = 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 = "Paris"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var1 = 42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✅ BONS noms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14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prenom = "Lucas"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est_inscrit = 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ville_residence = "Paris"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nombre_mystere = 42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Le code doit être lisible comme un livre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Imagine si tu devais comprendre ce code dans 1 an...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Un bon code est un code qui se lit comme une phrase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Réassigner une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Une variable peut changer de valeur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score =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print(score)  #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score = 10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print(score)  # 10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score = score + 5   # prend la valeur actuelle, ajoute 5, stocke le résultat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print(score)  # 15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score += 5  # raccourci pour score = score + 5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print(score)  # 20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Autres raccourcis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score -= 3   # score = score - 3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score *= 2   # score = score * 2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score /= 4   # score = score / 4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La partie droite est calculée EN PREMIER, puis stockée dans la variable de gauche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Variables multiples et échange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On peut assigner plusieurs variables en une ligne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x, y, z = 10, 20, 30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print(x, y, z)  # 10 20 30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Même valeur à plusieurs variables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 = b = c =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print(a, b, c)  # 0 0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Échanger deux variables (spécifique à Python !)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 =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b = 10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print(a, b)  # 5 10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a, b = b, a  # échange magique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print(a, b)  # 10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Dans d'autres langages, il faudrait une variable temporaire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temp = 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 = b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b = temp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 typage dynamique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Python est à TYPAGE DYNAMIQUE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Une même variable peut changer de type en cours de route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ma_variable = 42           # int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print(type(ma_variable))  # &lt;class 'int'&gt;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ma_variable = "Bonjour"   # maintenant c'est str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print(type(ma_variable))  # &lt;class 'str'&gt;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ma_variable = 3.14        # maintenant c'est float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print(type(ma_variable))  # &lt;class 'float'&gt;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⚠️  À ÉVITER dans la pratique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source de confusion et de bugs.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Une variable devrait garder le même type tout au long du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Créer son profil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programme qui :</a:t>
            </a:r>
            <a:br/>
            <a:r>
              <a:t>1. Stocke ton prénom dans une variable</a:t>
            </a:r>
            <a:br/>
            <a:r>
              <a:t>2. Stocke ton âge dans une variable</a:t>
            </a:r>
            <a:br/>
            <a:r>
              <a:t>3. Stocke ta ville dans une variable</a:t>
            </a:r>
            <a:br/>
            <a:r>
              <a:t>4. Stocke si tu es étudiant (True/False)</a:t>
            </a:r>
            <a:br/>
            <a:r>
              <a:t>5. Affiche : "Je m'appelle [prénom], j'ai [âge] ans, j'habite à [ville]"</a:t>
            </a:r>
            <a:br/>
            <a:r>
              <a:t>6. Affiche le type de chaque variable</a:t>
            </a:r>
            <a:br/>
            <a:br/>
            <a:r>
              <a:t>BONUS : Modifie ton âge et réaffiche la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prenom = "Lucas"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age = 14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ville = "Paris"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est_etudiant = 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print(f"Je m'appelle {prenom}, j'ai {age} ans, j'habite à {ville}")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print(type(prenom))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print(type(age))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print(type(ville))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print(type(est_etudiant))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Une variable stocke une valeur sous un nom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Types de base : int (entier), float (décimal), str (texte), bool (vrai/faux)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type() permet de connaître le type d'une variable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Noms de variables : snake_case, explicites, sans mots réservés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Python est typé dynamiquement (le type peut changer)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On peut échanger des variables facilement : a, b = b, 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