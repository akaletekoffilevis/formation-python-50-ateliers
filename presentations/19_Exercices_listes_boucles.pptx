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Partie 2 - Les Bases de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Exercices : Listes et Boucles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C757D"/>
                </a:solidFill>
                <a:latin typeface="Calibri"/>
              </a:defRPr>
            </a:pPr>
            <a:r>
              <a:t>Pratique avec les listes et les boucles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754880"/>
            <a:ext cx="27432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Calibri"/>
              </a:defRPr>
            </a:pPr>
            <a:r>
              <a:t>Cours de Programmation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Consolider les listes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Maîtriser les boucles for et while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Combiner listes, boucles et conditions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Résoudre des problèmes concrets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Exercice 1 : Somme et moyenne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A0A2E"/>
                </a:solidFill>
                <a:latin typeface="Calibri"/>
              </a:defRPr>
            </a:pPr>
            <a:r>
              <a:t>1. Crée une liste de 10 nombres</a:t>
            </a:r>
            <a:br/>
            <a:r>
              <a:t>2. Calcule la somme avec une boucle (SANS sum())</a:t>
            </a:r>
            <a:br/>
            <a:r>
              <a:t>3. Calcule la moyenne</a:t>
            </a:r>
            <a:br/>
            <a:r>
              <a:t>4. Trouve le plus grand nombre (SANS max())</a:t>
            </a:r>
            <a:br/>
            <a:r>
              <a:t>5. Trouve le plus petit nombre (SANS min())</a:t>
            </a:r>
            <a:br/>
            <a:r>
              <a:t>6. Compte le nombre de nombres pairs</a:t>
            </a:r>
            <a:br/>
            <a:br/>
            <a:r>
              <a:t>BONUS : Calcule l'écart-type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8046720" cy="29260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7680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nombres = [12, 7, 19, 5, 3, 15, 8, 10, 6, 1]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somme = 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for n in nombres: somme += 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moyenne = somme / len(nombres)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print(f"Somme: {somme}, Moyenne: {moyenne:.2f}")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maxi = min(nombres)  # start bas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for n in nombres: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if n &gt; maxi: maxi = 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print(f"Max: {maxi}")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pairs = sum(1 for n in nombres if n % 2 == 0)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print(f"Pairs: {pairs}")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2FF7"/>
                </a:solidFill>
                <a:latin typeface="Calibri"/>
              </a:defRPr>
            </a:pPr>
            <a:r>
              <a:t>Solution 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Exercice 2 : Filtrer une liste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A0A2E"/>
                </a:solidFill>
                <a:latin typeface="Calibri"/>
              </a:defRPr>
            </a:pPr>
            <a:r>
              <a:t>Crée un programme qui :</a:t>
            </a:r>
            <a:br/>
            <a:r>
              <a:t>1. Crée une liste de mots</a:t>
            </a:r>
            <a:br/>
            <a:r>
              <a:t>2. Affiche les mots de plus de 5 lettres</a:t>
            </a:r>
            <a:br/>
            <a:r>
              <a:t>3. Affiche les mots contenant la lettre 'a'</a:t>
            </a:r>
            <a:br/>
            <a:r>
              <a:t>4. Convertit tous les mots en majuscules</a:t>
            </a:r>
            <a:br/>
            <a:r>
              <a:t>5. Trie les mots par longueur</a:t>
            </a:r>
            <a:br/>
            <a:r>
              <a:t>6. Trouve le mot le plus long</a:t>
            </a:r>
            <a:br/>
            <a:br/>
            <a:r>
              <a:t>BONUS : Affiche un classement par ordre alphabétique inversé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8046720" cy="29260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7680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mots = ["python", "java", "javascript", "c", "ruby", "rust", "php"]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print("+ de 5 lettres:")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for m in mots: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if len(m) &gt; 5: print(f"  - {m}")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print("Contiennent 'a':")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for m in mots: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if 'a' in m: print(f"  - {m}")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mots_maj = [m.upper() for m in mots]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print(f"Maj: {mots_maj}")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trie_long = sorted(mots, key=len)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print(f"Par longueur: {trie_long}")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plus_long = max(mots, key=len)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print(f"Le + long: {plus_long}")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2FF7"/>
                </a:solidFill>
                <a:latin typeface="Calibri"/>
              </a:defRPr>
            </a:pPr>
            <a:r>
              <a:t>Solution 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Exercice 3 : Simulateur de dé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A0A2E"/>
                </a:solidFill>
                <a:latin typeface="Calibri"/>
              </a:defRPr>
            </a:pPr>
            <a:r>
              <a:t>Crée un simulateur de lancer de dé :</a:t>
            </a:r>
            <a:br/>
            <a:r>
              <a:t>1. Lance un dé à 6 faces 100 fois (randint)</a:t>
            </a:r>
            <a:br/>
            <a:r>
              <a:t>2. Stocke chaque résultat dans une liste</a:t>
            </a:r>
            <a:br/>
            <a:r>
              <a:t>3. Calcule la fréquence de chaque face</a:t>
            </a:r>
            <a:br/>
            <a:r>
              <a:t>4. Affiche un histogramme en ASCII</a:t>
            </a:r>
            <a:br/>
            <a:r>
              <a:t>5. Calcule la moyenne (doit être ~3.5)</a:t>
            </a:r>
            <a:br/>
            <a:r>
              <a:t>6. Affiche la face la plus fréquente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8046720" cy="29260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7680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import random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resultats = [random.randint(1,6) for _ in range(100)]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for face in range(1,7):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count = resultats.count(face)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print(f"Face {face}: {'█'*count} ({count})")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print(f"Moyenne: {sum(resultats)/len(resultats):.2f}")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plus_freq = max(range(1,7), key=lambda f: resultats.count(f))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print(f"+ fréquente: {plus_freq}")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2FF7"/>
                </a:solidFill>
                <a:latin typeface="Calibri"/>
              </a:defRPr>
            </a:pPr>
            <a:r>
              <a:t>Solution 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Exercice 4 : Palindrome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A0A2E"/>
                </a:solidFill>
                <a:latin typeface="Calibri"/>
              </a:defRPr>
            </a:pPr>
            <a:r>
              <a:t>Un palindrome est un mot qui se lit dans les deux sens.</a:t>
            </a:r>
            <a:br/>
            <a:r>
              <a:t>Exemples : radar, kayak, été, ressasser</a:t>
            </a:r>
            <a:br/>
            <a:br/>
            <a:r>
              <a:t>Crée un programme qui :</a:t>
            </a:r>
            <a:br/>
            <a:r>
              <a:t>1. Demande un mot à l'utilisateur</a:t>
            </a:r>
            <a:br/>
            <a:r>
              <a:t>2. Vérifie si c'est un palindrome</a:t>
            </a:r>
            <a:br/>
            <a:r>
              <a:t>3. Affiche le résultat</a:t>
            </a:r>
            <a:br/>
            <a:br/>
            <a:r>
              <a:t>BONUS : ignore la casse et les accents</a:t>
            </a:r>
            <a:br/>
            <a:r>
              <a:t>BONUS 2 : fonctionne pour les phrases (sans espaces)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8046720" cy="29260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7680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mot = input("Mot à vérifier : ").lower()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if mot == mot[::-1]: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print(f"{mot} est un palindrome !")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else: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print(f"{mot} n'est pas un palindrome")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# Méthode boucle 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est_pal = True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for i in range(len(mot)//2):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if mot[i] != mot[-(i+1)]: est_pal = False; break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print(f"Vérification: {est_pal}")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2FF7"/>
                </a:solidFill>
                <a:latin typeface="Calibri"/>
              </a:defRPr>
            </a:pPr>
            <a:r>
              <a:t>Solution 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Exercice 5 : Générateur de mots de passe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A0A2E"/>
                </a:solidFill>
                <a:latin typeface="Calibri"/>
              </a:defRPr>
            </a:pPr>
            <a:r>
              <a:t>Crée un générateur de mot de passe sécurisé :</a:t>
            </a:r>
            <a:br/>
            <a:r>
              <a:t>1. Demande la longueur souhaitée</a:t>
            </a:r>
            <a:br/>
            <a:r>
              <a:t>2. Génère un mot de passe avec : minuscules, majuscules, chiffres, symboles</a:t>
            </a:r>
            <a:br/>
            <a:r>
              <a:t>3. Assure au moins 1 de chaque type</a:t>
            </a:r>
            <a:br/>
            <a:r>
              <a:t>4. Affiche le mot de passe et sa force (faible/moyen/fort)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8046720" cy="29260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7680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import random, string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long = int(input("Longueur : "))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chars = string.ascii_letters + string.digits + "!@#$%^&amp;*"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mdp = "".join(random.choice(chars) for _ in range(long))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print(f"Mot de passe : {mdp}")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force = "Faible"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if any(c.islower() for c in mdp) and any(c.isupper() for c in mdp): force = "Moyen"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if any(c.isdigit() for c in mdp) and any(c in "!@#$%^&amp;*" for c in mdp): force = "Fort"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print(f"Force : {force}")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2FF7"/>
                </a:solidFill>
                <a:latin typeface="Calibri"/>
              </a:defRPr>
            </a:pPr>
            <a:r>
              <a:t>Solution 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  Ce qu'il faut retenir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Les boucles et listes sont des outils complémentaires très puissants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On peut filtrer, transformer, analyser des listes avec des boucles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Pratique régulièrement pour être à l'aise !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Ces exercices sont typiques de la programmation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Bravo si tu as tout fait 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