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5 - Projets Avancés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Mini-Projet : Application Météo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API + Python = données temps réel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Utiliser une vraie API Météo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structurer un projet avec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Traiter des données JSON complexes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Gérer les clés API en sécurité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Le projet : Console Météo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On va créer une app qui affiche la météo d'une ville.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Fonctionnalités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Entrer le nom d'une ville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Afficher température, humidité, description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Afficher une prévision simple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Sauvegarder les recherches récentes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API utilisée : OpenWeatherMap (gratuite)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S'inscrire sur https://openweathermap.org/api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Récupérer une clé API (API Key) gratuite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Limite : 60 requêtes/minute (gratuit)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Structure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meteo/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config.py      # Clé API + constantes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meteo_api.py   # Appels API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affichage.py   # Interface console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historique.py  # Sauvegarde CSV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└── main.py        # Menu principal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config.py et .env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config.py - NE PAS commiter la vraie clé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Méthode 1 : variable d'environnement (recommandée)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os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CLE_API = os.environ.get("OPENWEATHER_API_KEY", "")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Méthode 2 : fichier .env (pas versionné)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pip install python-dotenv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dotenv import load_dotenv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load_dotenv()  # charge .env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CLE_API = os.getenv("OPENWEATHER_API_KEY")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.env (à créer, à ajouter dans .gitignore)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OPENWEATHER_API_KEY=votre_clé_ici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Constantes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URL_BASE = "https://api.openweathermap.org/data/2.5"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UNITE = "metric"  # Celsius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LANGUE = "fr"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Pour créer une clé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1. https://home.openweathermap.org/users/sign_up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2. https://home.openweathermap.org/api_keys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3. Copier la clé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meteo_api.py - Appels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meteo_api.py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requests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config import CLE_API, URL_BASE, UNITE, LANGUE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meteo_actuelle(ville):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"""Retourne la météo actuelle pour une ville."""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params =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"q": ville, "appid": CLE_API,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"units": UNITE, "lang": LANGUE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try: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 = requests.get(f"{URL_BASE}/weather", params=params, timeout=5)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r.raise_for_status()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r.json()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except requests.exceptions.HTTPError: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if r.status_code == 404: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return {"erreur": f"Ville {ville} inconnue"}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{"erreur": f"Erreur HTTP {r.status_code}"}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except Exception as 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{"erreur": f"Erreur: {e}"}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previsions(ville, jours=3):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"""Retourne les prévisions sur plusieurs jours."""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params =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"q": ville, "appid": CLE_API,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"units": UNITE, "lang": LANGUE, "cnt": jours * 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 = requests.get(f"{URL_BASE}/forecast", params=params)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r.json()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affichage.py et formatage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affichage.py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datetime import datetime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afficher_actuelle(data):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"""Affiche la météo actuelle."""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if "erreur" in data: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print(f"❌ {data["erreur"]}")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print(f"\n🌍 {data["name"]}, {data["sys"]["country"]}")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print(f"🌡️ {data["main"]["temp"]:.1f}°C 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f"(ressenti {data["main"]["feels_like"]:.1f}°C)")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print(f"💧 Humidité: {data["main"]["humidity"]}%")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print(f"🌬️ Vent: {data["wind"]["speed"]} m/s")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print(f"☁️ {data["weather"][0]["description"].capitalize()}")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afficher_previsions(data):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"""Affiche les prévisions."""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for prev in data["list"][::8]:  # 1 par jour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dt = datetime.fromtimestamp(prev["dt"])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t = prev["main"]["temp"]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desc = prev["weather"][0]["description"]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print(f"  {dt:%d/%m}: {t:.1f}°C - {desc}")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historique.py et main.py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historique.py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csv, os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FICHIER = "recherches.csv"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ajouter(ville):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with open(FICHIER, "a", newline="", encoding="utf-8") as f: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csv.writer(f).writerow([ville])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lister():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if not os.path.exists(FICHIER): return []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with open(FICHIER, "r", encoding="utf-8") as f: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[row[0] for row in csv.reader(f)]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main.py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meteo_api import meteo_actuelle, previsions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affichage import afficher_actuelle, afficher_previsions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historique import ajouter, lister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main():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while (ville := input("\nVille (ou Q): ").strip()):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if ville.upper() == "Q": break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data = meteo_actuelle(ville)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afficher_actuelle(data)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if "erreur" not in data: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ajouter(ville)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Améliorer la météo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À partir du code fourni :</a:t>
            </a:r>
            <a:br/>
            <a:br/>
            <a:r>
              <a:t>1. Ajoute un affichage des prévisions sur 3 jours</a:t>
            </a:r>
            <a:br/>
            <a:r>
              <a:t>2. Ajoute une option "historique" qui montre les 5 dernières villes</a:t>
            </a:r>
            <a:br/>
            <a:r>
              <a:t>3. Ajoute la pression atmosphérique et le lever/coucher du soleil</a:t>
            </a:r>
            <a:br/>
            <a:r>
              <a:t>4. Affiche un petit graphique ASCII des températures de la semaine</a:t>
            </a:r>
            <a:br/>
            <a:r>
              <a:t>   (ex: ███ 15°C, ██████ 20°C...)</a:t>
            </a:r>
            <a:br/>
            <a:r>
              <a:t>5. Gère les erreurs : pas de clé API, pas de connexion, ville inconnue</a:t>
            </a:r>
            <a:br/>
            <a:br/>
            <a:r>
              <a:t>BONUS : Ajoute la possibilité de sauvegarder des villes favorites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API OpenWeatherMap : météo temps réel et prévisions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Ne JAMAIS hardcoder les clés API (fichier .env)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Structurer : config, API, affichage, historique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Gérer les erreurs : HTTP, connexion, timeout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Un projet API = lecture de docs + parsing 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