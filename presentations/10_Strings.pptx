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Chaînes de caractères (Strings)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Tout sur le texte en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comment créer et manipuler des chaînes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la concaténation et la répétition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les f-strings pour formater du texte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Découvrir les méthodes principales des chaînes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String (chaîne de caractères)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Une chaîne de caractères (str) est une séquence de caractères (lettres, chiffres, symboles) encadrée par des guillemets ou des apostrophes.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message = "Bonjour !"    → guillemets doubles</a:t>
            </a:r>
            <a:br/>
            <a:r>
              <a:t>message = 'Bonjour !'     → guillemets simples</a:t>
            </a:r>
            <a:br/>
            <a:r>
              <a:t>message = "J'ai un ordi"   → guillemets doubles (contient une apostrophe)</a:t>
            </a:r>
            <a:br/>
            <a:r>
              <a:t>message = 'Il a dit "Bonjour"' → guillemets simples (contient des guillemets)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Créer des chaînes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Différentes façons de créer des chaînes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str1 = "Bonjour"        # guillemets doubles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str2 = 'Salut'           # guillemets simples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str3 = """Long texte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sur plusieurs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lignes."""             # triples guillemets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Guillemets à l'intérieur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 = "J'ai un chien"     # OK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 = 'Il a dit "oui"'   # OK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Caractères d'échappement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 = "Ligne1\nLigne2"    # \n = saut de ligne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 = "Tabulation\there"  # \t = tabulation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 = "C:\\Users\\Nom" # \\ = un vrai backslash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Les triples guillemets sont parfaits pour les longs textes et la documentation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Concaténation et répétition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CONCATÉNATION : coller des chaînes avec 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prenom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message = "Bonjour " + prenom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print(message)  # Bonjour Lucas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Attention aux espaces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 = "Bonjour"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b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 = a +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print(c)  # BonjourLucas  (pas d'espace automatique)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Solution : ajouter un espace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 = a + " " +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print(c)  # Bonjour Lucas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RÉPÉTITION : multiplier une chaîne avec *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ligne = "-" *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print(ligne)  # 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print("Ha " * 3 + "! ")  # Ha Ha Ha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La répétition avec * est très pratique pour créer des séparateurs, barres de progression,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f-strings (formatage moderne)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f-strings : la façon RECOMMANDÉE de formater du texte en 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(disponible depuis Python 3.6)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prenom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ville = "Paris"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Sans f-strings (avant 3.6)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print("Je m'appelle " + prenom + " et j'ai " + str(age) + "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# Pas très lisible...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Avec f-strings (MAGIQUE)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print(f"Je m'appelle {prenom} et j'ai {age}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# Les {variables} sont remplacées automatiquement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On peut même mettre des expressions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print(f"Dans 5 ans, j'aurai {age + 5}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# Dans 5 ans, j'aurai 19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Les f-strings rendent le code BEAUCOUP plus lisible. On les utilisera TOUT le temps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Méthodes utiles sur les chaînes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Les chaînes ont plein de méthodes intégrées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texte = "  Bonjour tout le Monde !  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Mise en forme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print(texte.upper())      # BONJOUR TOUT LE MONDE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print(texte.lower())      # bonjour tout le monde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print(texte.title())      # Bonjour Tout Le Monde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print(texte.capitalize()) # Bonjour tout le monde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print(texte.swapcase())   # bONJOUR TOUT LE mONDE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Supprimer les espaces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print(texte.strip())      # "Bonjour tout le Monde !"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print(texte.lstrip())     # "Bonjour tout le Monde !  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print(texte.rstrip())     # "  Bonjour tout le Monde 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Les méthodes ne modifient PAS la chaîne originale (les chaînes sont immutables), elles retournent une nouvelle chaîne.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Méthodes utiles sur les chaînes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texte = "Bonjour tout le Monde"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Recherche et remplacement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print(len(texte))            # 22 (longueur, fonction intégrée)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print(texte.count("o"))      # 4 (compte les occurrences)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print(texte.find("Monde"))   # 15 (position de départ)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print(texte.replace("Monde", "Python"))  # Bonjour tout le 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Vérifications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print(texte.startswith("Bon"))  #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print(texte.endswith("!"))      # 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print("abc".isalpha())          # True (que des lettres)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print("123".isdigit())          # True (que des chiffres)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print("abc123".isalnum())      # True (lettres et/ou chiffres)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Découpage et jointure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mots = texte.split("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print(mots)  # ['Bonjour', 'tout', 'le', 'Monde']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print("-".join(mots))  # Bonjour-tout-le-Monde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split() et join() sont très utilisés pour traiter du texte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Indexation et slicing (tranches)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Chaque caractère a une position (index)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 = "PYTHON"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012345   (index 0 → 5)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     te[0] → 'P'      # premier caractère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texte[1] → 'Y'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texte[-1] → 'N'      # dernier caractère (-1 = dernier)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texte[-2] → 'O'      # avant-dernier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Slicing (tranches)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texte[0:3]  → 'PYT'   # de l'index 0 à 2 (3 exclu)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texte[:3]   → 'PYT'   # depuis le début jusqu'à 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texte[2:]   → 'THON'  # de l'index 2 jusqu'à la fin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texte[::2]  → 'PTO'   # un caractère sur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texte[::-1] → 'NOHTYP'  # inverse la chaîne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Le slicing est une fonctionnalité PUISSANTE de Python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Chaînes immutables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chaînes sont IMMUTABLES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fois créée, une chaîne ne peut PAS être modifiée.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méthodes retournent NOUVELLE chaîne, elles ne modifient pas l'originale.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 = "Bonjour"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texte[0] = "b"  # ❌ ERREUR ! TypeError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 "modifier" une chaîne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 = "b" + texte[1:]  # On crée une NOUVELLE chaîne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print(texte)  # "bonjour"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Autre possibilité : convertir en liste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 = list(texte)    # ['b', 'o', 'n', 'j', 'o', 'u', 'r']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liste[0] = 'B'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texte = "".join(liste)  # "Bonjour"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L'immutabilité permet à Python d'optimiser la mémoire et la vitesse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Manipulation de 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une variable phrase = "j'apprends la programmation python"</a:t>
            </a:r>
            <a:br/>
            <a:r>
              <a:t>2. Affiche la phrase en majuscules</a:t>
            </a:r>
            <a:br/>
            <a:r>
              <a:t>3. Affiche la longueur de la phrase</a:t>
            </a:r>
            <a:br/>
            <a:r>
              <a:t>4. Remplace "python" par "Python"</a:t>
            </a:r>
            <a:br/>
            <a:r>
              <a:t>5. Découpe la phrase en mots et affiche chaque mot sur une ligne</a:t>
            </a:r>
            <a:br/>
            <a:r>
              <a:t>6. Affiche le 3ème caractère</a:t>
            </a:r>
            <a:br/>
            <a:r>
              <a:t>7. Affiche les 5 derniers caractères</a:t>
            </a:r>
            <a:br/>
            <a:r>
              <a:t>8. Affiche la phrase inversée</a:t>
            </a:r>
            <a:br/>
            <a:br/>
            <a:r>
              <a:t>BONUS : Demande le prénom de l'utilisateur et affiche-le à l'envers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phrase = "j'apprends la programmation python"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print(phrase.upper())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print(len(phrase))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print(phrase.replace("python", "Python"))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mot in phrase.split():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print(mot)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print(phrase[2])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print(phrase[-5:])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print(phrase[::-1])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chaînes sont des séquences de caractères entre " " ou ' '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On peut concaténer (+) et répéter (*) les chaînes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f-strings (f"...{variable}...") sont le meilleur moyen de formater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split() découpe en liste, join() rassemble en chaîne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chaînes sont immutables (on ne peut pas les modifier, on en crée de nouvelles)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slicing [début:fin:pas] permet d'extraire des parties de chaîne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