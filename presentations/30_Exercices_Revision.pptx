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3 - Récapitulatif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Exercices de Révision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Partie 3 - Fonctions, Fichiers,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Réviser les fonctions et paramètres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Pratiquer fichiers et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Renforcer les modules et imports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Combiner tous les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Exercice 1 : Analyseur de 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Crée un programme qui analyse un fichier texte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1. Demande le nom du fichier à l'utilisateur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2. Affiche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• Nombre total de mots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• Nombre de lignes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• Nombre de caractères (sans espaces)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• Le mot le plus long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• La phrase la plus longue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3. Sauvegarde les résultats dans analyse_resultat.json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👣 Indices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with open(nom, "r", encoding="utf-8") as f: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len(texte.split()) pour les mots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max(mots, key=len) pour le mot le plus long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Exercice 2 : Générateur de phrases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Utilise random et des listes pour générer des phrases aléatoires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sujets = ["Le chat", "Un robot", "Ma soeur", "Le professeur"]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verbes = ["mange", "construit", "regarde", "programme"]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complements = ["une pizza", "un site web", "la télé", "un jeu vidéo"]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lieux = ["dans le jardin", "sur l'ordinateur", "à l'école", "dans la cuisine"]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Génère 5 phrases aléatoires complètes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"Le chat mange une pizza dans le jardin."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"Un robot programme un jeu vidéo sur l'ordinateur."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BONUS : Ajoute la date et sauvegarde dans phrases.txt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BONUS 2 : Assure-toi que les sujets/verbes s'accordent (singulier/pluriel)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Exercice 3 : Carnet de contacts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Crée un carnet d'adresses avec JSON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Structure : chaque contact a nom, téléphone, email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Fonctions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ajouter_contact(carnet)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rechercher_contact(carnet, nom)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lister_tous(carnet)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supprimer_contact(carnet, nom)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sauvegarder / charger depuis contacts.json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Le carnet est une liste de dictionnaires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[{"nom":"Alice", "tel":"06...", "email":"a@b.com"}, ...]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💡 Organise en 2 fichiers : carnet.py (logique) et main_carnet.py (menu)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Exercice 4 : Statistiques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Crée un module stats.py avec ces fonctions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def moyenne(liste):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return sum(liste) / len(liste)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def mediane(liste):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liste_triee = sorted(liste)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n = len(liste_triee)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# Si n impair → milieu, si pair → moyenne des 2 du milieu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def ecart_type(liste):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# sqrt(moyenne des (x - moyenne)²)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def nettoyer(liste):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# Supprime les None, les strings, les négatifs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 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Puis crée un test_stats.py qui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Utilise les fonctions avec [15, 12, 18, 7, 16, None, 20, "abc"]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Affiche moyenne, médiane, écart-type après nettoyage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Exercice 5 : Mini-jeu de devinettes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Crée un jeu complet avec modules :</a:t>
            </a:r>
            <a:br/>
            <a:br/>
            <a:r>
              <a:t>1. Un module jeu.py avec :</a:t>
            </a:r>
            <a:br/>
            <a:r>
              <a:t>   - choisir_mot() → depuis une liste de 20 mots</a:t>
            </a:r>
            <a:br/>
            <a:r>
              <a:t>   - melanger(mot) → mélange les lettres du mot</a:t>
            </a:r>
            <a:br/>
            <a:r>
              <a:t>   - verifier(proposition, mot) → retourne booléen</a:t>
            </a:r>
            <a:br/>
            <a:br/>
            <a:r>
              <a:t>2. Un module scores.py avec :</a:t>
            </a:r>
            <a:br/>
            <a:r>
              <a:t>   - charger_scores() depuis scores.json</a:t>
            </a:r>
            <a:br/>
            <a:r>
              <a:t>   - sauvegarder_scores(scores)</a:t>
            </a:r>
            <a:br/>
            <a:r>
              <a:t>   - ajouter_score(pseudo, points)</a:t>
            </a:r>
            <a:br/>
            <a:r>
              <a:t>   - top_scores(n=5) → meilleurs scores</a:t>
            </a:r>
            <a:br/>
            <a:br/>
            <a:r>
              <a:t>3. Un main.py qui :</a:t>
            </a:r>
            <a:br/>
            <a:r>
              <a:t>   - Affiche le mot mélangé</a:t>
            </a:r>
            <a:br/>
            <a:r>
              <a:t>   - Donne 3 essais</a:t>
            </a:r>
            <a:br/>
            <a:r>
              <a:t>   - Compte les points</a:t>
            </a:r>
            <a:br/>
            <a:r>
              <a:t>   - Affiche le top 5 à la fin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515600" cy="20116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9966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# Mélange de lettres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import random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def melanger(mot):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  l = list(mot)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  random.shuffle(l)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  return ''.join(l)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Fonctions : def, return, paramètres par défaut, *args/**kwargs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Portée : LEGB (Local, Enclosing, Global, Built-in)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Fichiers : open/with, read/write/append,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Modules : import, if __name__, packages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Tuples (immuable), Sets (sans doublons, opérateurs mathématiques)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Organisation : séparer logique, stockage, présentation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