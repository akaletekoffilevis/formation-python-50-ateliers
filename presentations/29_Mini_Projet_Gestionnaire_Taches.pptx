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Mini-Projet : Gestionnaire de Tâches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Application console avec fichiers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un vrai programme utile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fichiers, modules, datetime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Apprendre à structurer un projet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Implémenter CRUD (Create, Read, Update, Delete)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Le projet : Todo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On va créer un gestionnaire de tâches en ligne de commande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Fonctionnalités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📝 AJOUTER une tâche (avec date limite)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📋 LISTER les tâches (par statut)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MARQUER comme terminée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❌ SUPPRIMER une tâche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💾 Sauvegarder automatiquement dans un fichier 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du projet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taches/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main.py         # Point d'entrée (menu)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taches_manager.py  # Logique métier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taches_storage.py  # Sauvegarde/chargement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taches.json        # Données persistantes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C'est une ARCHITECTURE à 3 couches : affichage → logique → données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taches_storage.py - Stockage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taches_storage.py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json, 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FICHIER = "taches.json"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charger():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if not os.path.exists(FICHIER):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[]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open(FICHIER, "r",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return json.load(f)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sauvegarder(taches):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with open(FICHIER, "w", encoding="utf-8") as 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json.dump(taches, f, indent=2, ensure_ascii=False)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ajouter(taches, titre, date_limite=""):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taches.append({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"id": len(taches) + 1,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"titre": titre,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"date_limite": date_limite,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"fait":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})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sauvegarder(taches)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taches_manager.py - Logique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taches_manager.py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datetime import datetime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afficher(taches, filtre="toutes"):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"""Affiche les tâches selon le filtre."""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for t in taches: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filtre == "faites" and not t["fait"]: continue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filtre == "en_cours" and t["fait"]: continue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statut = "✓" if t["fait"] else "◻"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limite = f" [{t['date_limite']}]" if t['date_limite'] else ""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print(f"{t['id']}. {statut} {t['titre']}{limite}")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marquer_fait(taches, id_tache):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for t in taches: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t["id"] == id_tache: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t["fait"] = not t["fait"]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break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sauvegarder(taches)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supprimer(taches, id_tache):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taches[:] = [t for t in taches if t["id"] != id_tache]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sauvegarder(taches)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main.py - Menu principal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main.py (extrait)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taches_storage import charger, ajouter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taches_manager import afficher, marquer_fait, supprimer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menu():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taches = charger()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while (c := input("\n[A]jouter [L]ister [✓]Faire [X]Sup [Q]uitter: ").upper()):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if c == "A":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t = input("Tâche: 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d = input("Date limite (jj/mm): 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ajouter(taches, t, 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elif c == "L":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f = input("[T]outes [F]aites [E]n cours: ").upper()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afficher(taches, {"T":"toutes","F":"faites","E":"en_cours"}.get(f,"toutes"))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elif c == "✓":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afficher(taches, "en_cours")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id_ = int(input("ID à marquer: 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marquer_fait(taches, id_)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elif c == "X":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id_ = int(input("ID à supprimer: 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    supprimer(taches, id_)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    elif c == "Q": break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if __name__ == '__main__':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menu()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Améliorations possibles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Ton projet ne s'arrête pas là ! Ajoute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🆕 Priorité (haute/moyenne/basse) avec des couleurs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🔍 Recherche par mot-clé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📊 Statistiques : combien faites/en cours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📅 Tâches en retard (date dépassée)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🔔 Rappel si une tâche est due aujourd'hui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📤 Export en CSV pour Excel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💡 Idée : transforme-le en app Web avec Flask (plus tard 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Conseil : développe PAR ÉTAPES, une fonctionnalité à la fois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  teste chaque ajout avant de passer à la suite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À toi de jouer 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Objectif : Faire fonctionner le gestionnaire de tâches complet.</a:t>
            </a:r>
            <a:br/>
            <a:br/>
            <a:r>
              <a:t>Étapes :</a:t>
            </a:r>
            <a:br/>
            <a:r>
              <a:t>1. Crée les 3 fichiers (storage, manager, main)</a:t>
            </a:r>
            <a:br/>
            <a:r>
              <a:t>2. Teste l'ajout et l'affichage</a:t>
            </a:r>
            <a:br/>
            <a:r>
              <a:t>3. Teste marquer comme fait</a:t>
            </a:r>
            <a:br/>
            <a:r>
              <a:t>4. Teste la suppression</a:t>
            </a:r>
            <a:br/>
            <a:r>
              <a:t>5. Ajoute au moins UNE amélioration personnelle</a:t>
            </a:r>
            <a:br/>
            <a:br/>
            <a:r>
              <a:t>⚠ N'oublie pas le if __name__ == '__main__' dans chaque fichier !</a:t>
            </a:r>
            <a:br/>
            <a:br/>
            <a:r>
              <a:t>📁 Tous les fichiers doivent être dans le même dossier.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CRUD = Create, Read, Update, Delete - les 4 opérations de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Architecture 3 couches : présentation, logique, stockage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JSON pour la persistance des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Modules séparés = code plus clair et maintenable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vrai projet se construit PAR ÉTAPES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