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Calibri"/>
              </a:defRPr>
            </a:pPr>
            <a:r>
              <a:t>Partie 2 - Les Bases de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Les Dictionnaires (dict)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C757D"/>
                </a:solidFill>
                <a:latin typeface="Calibri"/>
              </a:defRPr>
            </a:pPr>
            <a:r>
              <a:t>Stocker des données avec des clés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754880"/>
            <a:ext cx="27432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Calibri"/>
              </a:defRPr>
            </a:pPr>
            <a:r>
              <a:t>Cours de Programmation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Comprendre le concept clé-valeur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Créer et manipuler des dictionnaires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Utiliser les méthodes des dict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Savoir quand utiliser une liste vs un dict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Qu'est-ce qu'un dictionnaire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Un dictionnaire associe des CLÉS à des VALEURS.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C'est comme un vrai dictionnaire : mot (clé) → définition (valeur)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Création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vide = {}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personne = {"nom": "Utilisateur", "age": 25, "ville": "Paris"}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Caractéristiques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✅ Les clés sont UNIQUES (pas de doublon)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✅ Accès rapide par la clé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✅ Les valeurs peuvent être de n'importe quel 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Créer et accéder à un dictionnaire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Création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etudiant =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"nom": "Utilisateur",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"age": 25,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"classe": "3ème",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"notes": [12, 15, 8, 19]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Accès par la clé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print(etudiant["nom"])     # Lucas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print(etudiant["notes"])   # [12, 15, 8, 19]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Accès avec get() (plus sûr)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print(etudiant.get("nom"))           # Lucas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print(etudiant.get("pays"))          # None (pas d'erreur !)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print(etudiant.get("pays", "Inconnu"))  # Inconnu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Modifier une valeur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etudiant["age"] = 15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Ajouter une nouvelle clé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etudiant["email"] = "lucas@email.com"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Vérifier si une clé existe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if "nom" in etudiant: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print("La clé 'nom' existe !")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 get() est plus sûr que [] car il ne lève pas d'erreur si la clé manque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Méthodes principales des dictionnaires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personne = {"nom": "Utilisateur", "age": 25, "ville": "Paris"}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keys(), values(), items()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print(personne.keys())    # dict_keys(['nom', 'age', 'ville'])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for cle in personne.keys(): print(cle)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print(personne.values())  # dict_values(['Lucas', 14, 'Paris'])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for cle, valeur in personne.items():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print(f"{cle}: {valeur}")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Supprimer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del personne["ville"]     # supprime la clé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age = personne.pop("age")  # supprime et retourne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Mettre à jour (fusion)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infos = {"taille": 170}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personne.update(infos)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 items() est très pratique pour parcourir clés ET valeurs en même temps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Liste vs Dictionnaire - Quand utiliser quoi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Utilise une LISTE quand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Les éléments sont ORDONNÉS (position importante)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Tu veux accéder par position (index)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Ex : liste de notes, noms d'amis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Utilise un DICTIONNAIRE quand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Tu veux accéder par NOM (pas par position)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Tu as des paires clé-valeur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Ex : profil d'un utilisateur, configuration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On combine souvent les deux !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      liste_de_dicts = [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  {"nom": "Alice", "age": 20},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  {"nom": "Bob", "age": 25}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]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Applications pratiques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1. Compteur de mots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phrase = "le chat mange le poisson et le chat dort"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mots = phrase.split()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compteur = {}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for mot in mots: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if mot in compteur: compteur[mot] += 1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else: compteur[mot] = 1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print(compteur)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2. Annuaire téléphonique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annuaire = {"Alice": "06.12.34.56.78", "Bob": "07.98.76.54.32"}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nom = input("Nom à chercher : 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tel = annuaire.get(nom)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print(f"{nom} : {tel}") if tel else print("Inconnu")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 Les dictionnaires sont PARFAITS pour les compteurs, annuaires, configurations...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Exercice : Gestion de contacts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A0A2E"/>
                </a:solidFill>
                <a:latin typeface="Calibri"/>
              </a:defRPr>
            </a:pPr>
            <a:r>
              <a:t>Crée un programme de gestion de contacts :</a:t>
            </a:r>
            <a:br/>
            <a:r>
              <a:t>1. Crée un dictionnaire avec 3 contacts (nom, âge, ville)</a:t>
            </a:r>
            <a:br/>
            <a:r>
              <a:t>2. Affiche tous les contacts formatés</a:t>
            </a:r>
            <a:br/>
            <a:r>
              <a:t>3. Ajoute un nouveau contact saisi par l'utilisateur</a:t>
            </a:r>
            <a:br/>
            <a:r>
              <a:t>4. Permet de chercher un contact par son nom</a:t>
            </a:r>
            <a:br/>
            <a:r>
              <a:t>5. Affiche les noms des contacts triés alphabétiquement</a:t>
            </a:r>
            <a:br/>
            <a:br/>
            <a:r>
              <a:t>BONUS : Ajoute un menu interactif (1=Ajouter, 2=Chercher, 3=Afficher, 4=Quitter)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57600"/>
            <a:ext cx="8046720" cy="29260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7680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contacts = {"Alice": {"age":15, "ville":"Lyon"}, "Bob": {"age":14, "ville":"Paris"}}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for nom, infos in contacts.items():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print(f"{nom}: {infos['age']} ans, {infos['ville']}")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nom = input("Nouveau contact - Nom : 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age = int(input("Âge : "))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ville = input("Ville : 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contacts[nom] = {"age": age, "ville": ville}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rech = input("Chercher : 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print(contacts.get(rech, "Inconnu"))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B2FF7"/>
                </a:solidFill>
                <a:latin typeface="Calibri"/>
              </a:defRPr>
            </a:pPr>
            <a:r>
              <a:t>Solution 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  Ce qu'il faut retenir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Un dictionnaire stocke des paires clé-valeur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Accès par clé : dict["clé"] ou dict.get("clé")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Méthodes : keys(), values(), items(), update(), pop()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Les clés sont UNIQUES, les valeurs peuvent être de tout type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Les dictionnaires sont partout : configs, APIs, JSON...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