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4 - POO &amp;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Compréhensions et Expressions Avancées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Écrire du code concis et élégant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les list comprehensions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Maîtriser les dict et set comprehensions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les expressions conditionnelles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Améliorer la lisibilité du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Pourquoi des comprehensions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Besoin courant : créer une liste à partir d'une autre liste.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SANS compréhension (classique)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carres = []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for x in range(10):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carres.append(x**2)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AVEC compréhension (1 ligne !)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carres = [x**2 for x in range(10)]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👉 Plus court, plus clair, plus rapide (Python optimise)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FFFF"/>
                </a:solidFill>
                <a:latin typeface="Calibri"/>
              </a:defRPr>
            </a:pPr>
            <a:r>
              <a:t>Syntaxe générale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[expression for élément in iterable [if condition]]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C'est comme un mini-langage dans Python pour transformer des séquences.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List Comprehensions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Structure: [expression for élément in série]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Simple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[x**2 for x in range(6)]  # [0, 1, 4, 9, 16, 25]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Avec filtre (if)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[x for x in range(20) if x % 2 == 0]  # pairs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[x for x in range(20) if x % 3 == 0]  # multiples de 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Avec transformation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noms = ["alice", "bob", "charlie"]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[n.capitalize() for n in noms]  # ["Alice", "Bob", "Charlie"]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Double boucle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[(x, y) for x in range(3) for y in range(3)]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[(0,0),(0,1),(0,2),(1,0),(1,1),(1,2),(2,0),(2,1),(2,2)]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5. Flatten une liste 2D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matrice = [[1,2],[3,4],[5,6]]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[n for ligne in matrice for n in ligne]  # [1,2,3,4,5,6]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Dict et Set Comprehensions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DICT COMPREHENSION: {clé: valeur for ...}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Carrés en dictionnaire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{x: x**2 for x in range(6)}  # {0:0, 1:1, 2:4, 3:9, 4:16, 5:25}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Inverser clés/valeurs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original = {"a": 1, "b": 2, "c": 3}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inverse = {v: k for k, v in original.items()}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print(inverse)  # {1:"a", 2:"b", 3:"c"}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Filtrer un dict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notes = {"Alice":15, "Bob":8, "Charlie":18, "David":10}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adm = {n: m for n, m in notes.items() if m &gt;= 12}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print(adm)  # {"Alice":15, "Charlie":18}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SET COMPREHENSION: {expression for ...}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phrase = "le chat et le chien"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{c for c in phrase if c != " "}  # {'l','e','c','h','a','t','n','i'}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Doublons automatiquement supprimés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{x % 3 for x in range(10)}  # {0, 1, 2}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Expressions conditionnelles (ternaire)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Syntaxe: valeur_si_vrai if condition else valeur_si_faux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Dans une compréhension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notes = [12, 8, 15, 4, 18, 6]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resultats = ["✅ Admis" if n &gt;= 10 else "❌ Échec" for n in notes]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['✅ Admis','❌ Échec','✅ Admis','❌ Échec','✅ Admis','❌ Échec']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Avec des opérations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x = 10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parite = "pair" if x % 2 == 0 else "impair"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Combinaison filtrer + transformer + ternaire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nombres = range(-5, 6)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[f"{n} positif" if n &gt; 0 else f"{n} nul" if n == 0 else f"{n} négatif" for n in nombres]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Astuces et performances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1. Comprehension vs map/filter (souvent plus lisible)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Comprehension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[x**2 for x in range(10) if x &gt; 5]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Equivalent map/filter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list(map(lambda x: x**2, filter(lambda x: x &gt; 5, range(10))))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2. Tuple comprehension ?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C'est un GÉNÉRATEUR, pas un tuple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gen = (x**2 for x in range(5))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print(gen)  # &lt;generator object&gt;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print(list(gen))  # [0, 1, 4, 9, 16]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3. Pour des listes TRÈS grandes, préférer les générateurs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Liste : prend toute la mémoire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l = [x**2 for x in range(10**6)]  # ~8 Mo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Générateur : calcule à la demande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g = (x**2 for x in range(10**6))  # ~0 Mo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next(g) donne le suivant, ou for val in g: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4. NE PAS abuser : une compréhension &gt; 2 lignes mérite une boucle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Comprehensions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Liste des carrés des nombres pairs entre 1 et 30</a:t>
            </a:r>
            <a:br/>
            <a:r>
              <a:t>2. Dict : mot → longueur pour une phrase donnée</a:t>
            </a:r>
            <a:br/>
            <a:r>
              <a:t>3. Liste des nombres premiers entre 1 et 50 (avec fonction est_premier)</a:t>
            </a:r>
            <a:br/>
            <a:r>
              <a:t>4. Depuis une liste de températures en °C, crée la liste en °F (F = C*9/5+32)</a:t>
            </a:r>
            <a:br/>
            <a:r>
              <a:t>5. Depuis une phrase, trouve les mots de plus de 5 lettres</a:t>
            </a:r>
            <a:br/>
            <a:r>
              <a:t>6. Set des voyelles présentes dans une phrase</a:t>
            </a:r>
            <a:br/>
            <a:r>
              <a:t>7. (BONUS) Matrice identité 4×4 en compréhension</a:t>
            </a:r>
            <a:br/>
            <a:r>
              <a:t>8. (BONUS) Depuis une liste de notes, crée {'admis':[...], 'echec':[...]}</a:t>
            </a:r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515600" cy="2011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966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Aide pour 7: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[[1 if i==j else 0 for j in range(4)] for i in range(4)]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[expr for x in iterable] = list comprehension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{k:v for ...} = dict comprehension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{x for ...} = set comprehension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Condition : [x for x in s if cond], Ternaire : a if cond else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Générateur (...) = paresseux, économe en mémoire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Plus CONCIS, plus CLAIR, plus RAPIDE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