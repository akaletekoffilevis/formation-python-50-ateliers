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Hello World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Ton tout premier programme en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Écrire et exécuter son premier programme 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la fonction print()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Découvrir le rôle des commentaires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Apprendre à gérer les erreurs (bugs)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La tradition Hello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Quand on apprend un nouveau langage, le premier programme qu'on écrit affiche "Hello, World!" C'est une tradition depuis les années 1970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Ce programme simple permet de vérifier que tout l'environnement fonctionne correctement.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Ton premier programme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Mon premier programme en 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print("Bonjour le monde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print("Je commence mon aventure Python 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Exécute ce code dans VS Code (▶ en haut à droite)</a:t>
            </a:r>
            <a:br/>
            <a:r>
              <a:t>→ Tu verras le texte s'afficher dans le terminal.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La fonction print() en détail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print() est une FONCTION intégrée à Python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Elle permet d'afficher du texte dans le terminal (la console)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Syntaxe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print("ce qu'on veut afficher")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Règles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texte doit être entre guillemets " " ou apostrophes ' 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parenthèses () sont obligatoires (c'est comme ça qu'on appelle une fonction)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print("Bonjour")    → Bonjour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print('Salut')       → Salut  (les guillemets simples marchent aussi)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print(42)            → 42  (les nombres sans guillemets)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print(3 + 4)         → 7  (Python calcule avant d'afficher)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Afficher plusieurs choses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On peut afficher plusieurs valeurs avec une virgule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prenom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25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print("Je m'appelle", prenom, "et j'ai", age, "ans")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Résultat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Je m'appelle Utilisateur et j'ai 25 ans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On peut aussi utiliser les f-strings (plus tard)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print(f"Je m'appelle {prenom} et j'ai {age} ans")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Avec print(), les éléments séparés par des virgules sont automatiquement espacés.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commentaires - expliquer son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Les commentaires commencent par #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Python ignore tout ce qui est après # sur la même ligne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Ça sert à EXPLIQUER ce que fait le code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print("Bonjour")  # Ceci est aussi un commentaire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Les commentaires sont TRÈS importants quand on travaille en équipe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Et aussi quand on revoit son code 6 mois plus tard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On peut aussi commenter plusieurs lignes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en mettant un # au début de chaque ligne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Pour les longues explications, on utilise les triples guillemets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Ceci est un commentaire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sur plusieurs lignes.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Très utile pour la documentation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"""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Prends l'habitude de commenter TON code dès le début. Tu me remercieras plus tard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erreurs : pas de panique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Même les meilleurs programmeurs font des erreurs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L'important est de savoir les lire et les comprendre.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Type d'erreur les plus fréquentes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SyntaxError : faute de frappe dans la syntaxe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Exemple : print("Bonjour")  →  parenthèse fermante manquante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NameError : nom de variable inconnu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Exemple : print(Bonjour)  →  "Bonjour" sans guillemets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TypeError : mauvais type de donnée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Exemple : print("Bonjour" + 5)  →  on ne peut pas additionner texte et nombre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IndentationError : problème d'espacement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(on verra ça plus tard avec les conditions et boucles)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LIS LE MESSAGE D'ERREUR ! Python te dit EXACTEMENT où est le problème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Exemple d'erreur pas à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Imaginons ce code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print("Bonjour"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Message d'erreur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File "test.py", line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print("Bonjour"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 ^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SyntaxError: '(' was never closed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Lecture de l'erreur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1. Fichier : test.py (c'est dans ton fichier)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2. Ligne : line 1 (l'erreur est sur la ligne 1)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3. ^ montre où le problème a été détecté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4. SyntaxError : '(' was never closed → il manque une parenthèse)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Correction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print("Bonjour")  →  ajouter la parenthèse fermante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🔑 Lire les erreurs est une compétence qui s'apprend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1 : Hello World personnalisé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un fichier hello.py dans VS Code</a:t>
            </a:r>
            <a:br/>
            <a:r>
              <a:t>2. Écris un programme qui affiche :</a:t>
            </a:r>
            <a:br/>
            <a:r>
              <a:t>   - "Bonjour, je m'appelle [TonPrénom]"</a:t>
            </a:r>
            <a:br/>
            <a:r>
              <a:t>   - "J'ai [TonAge] ans"</a:t>
            </a:r>
            <a:br/>
            <a:r>
              <a:t>   - "J'apprends Python !"</a:t>
            </a:r>
            <a:br/>
            <a:r>
              <a:t>3. Exécute-le et vérifie que ça marche</a:t>
            </a:r>
            <a:br/>
            <a:r>
              <a:t>4. Essaie de faire une erreur exprès pour voir le message</a:t>
            </a:r>
            <a:br/>
            <a:r>
              <a:t>5. Corrige l'erreur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print("Bonjour, je m'appelle Lucas")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print("J'ai 14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print("J'apprends Python 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2 : Le compilateur humain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Sans exécuter le code, trouve ce que chaque ligne va afficher :</a:t>
            </a:r>
            <a:br/>
            <a:br/>
            <a:r>
              <a:t>a) print(10 + 5)</a:t>
            </a:r>
            <a:br/>
            <a:r>
              <a:t>b) print("10" + "5")</a:t>
            </a:r>
            <a:br/>
            <a:r>
              <a:t>c) print("Salut" * 3)</a:t>
            </a:r>
            <a:br/>
            <a:r>
              <a:t>d) print("La réponse est", 42)</a:t>
            </a:r>
            <a:br/>
            <a:br/>
            <a:r>
              <a:t>Écris tes réponses sur un papier, puis exécute le code pour vérifier !</a:t>
            </a:r>
            <a:br/>
            <a:r>
              <a:t>Astuce : Python fait parfois des choses surprenantes... 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Réponses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a) 15          (10 + 5 = 15, addition normale)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b) 105         (concaténation de chaînes "10" + "5" = "105")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c) SalutSalutSalut  (répétition de chaîne)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d) La réponse est 42  (print ajoute un espace entre les éléments)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print() affiche du texte dans la console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texte doit être entre guillemets ou apostrophes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nombres sans guillemets sont interprétés comme des valeurs numériques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commentaires (#) expliquent le code - Python les ignore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erreurs sont normales ! Lis le message, il t'indique où est le problème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Hello World est la première étape de ton voyage de programmeur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