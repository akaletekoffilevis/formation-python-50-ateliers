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4 - POO &amp;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Fonctions Lambda et map/filter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Écrire des fonctions anonymes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les fonctions lambda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map() et filter()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Maîtriser la fonction sorted() avec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Connaître reduce() et functools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Fonctions 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Une lambda = une fonction ANONYME (sans nom), sur UNE SEULE LIGNE.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Syntaxe : lambda paramètres: expression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Équivalent à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def ma_fonction(x): return x *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lambda x: x *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Caractéristiques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Pas de return (implicite)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Pas de nom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Pas de boucles ni if/elif complexes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UTILE comme argument à une autre fonction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Quand l'utiliser 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Pour une opération simple et ponctuelle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Comme argument de map(), filter(), sorted()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Pour un tri personnalisé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⚠ Pas de return, pas d'annotations, pas de docstrings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Lambda en pratique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Lambda simple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carre = lambda x: x **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print(carre(5))  # 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Plusieurs paramètres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addition = lambda a, b: a + 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print(addition(3, 7))  # 10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Lambda avec condition (ternaire)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max2 = lambda a, b: a if a &gt; b else 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En pratique, on utilise lambda DIRECTEMENT sans la stocker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(c'est son intérêt !)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Exemple : tri personnalisé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etudiants = [("Alice",15),("Bob",8),("Charlie",18)]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tries = sorted(etudiants, key=lambda e: e[1], reverse=True)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print(tries)  # [('Charlie',18),('Alice',15),('Bob',8)]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Trier des dictionnaires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livres = [{"titre":"Z","pages":200},{"titre":"A","pages":50}]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tries = sorted(livres, key=lambda l: l["pages"])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map() - Appliquer une fonction à chaque élément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map(fonction, itérable) → retourne un itérateur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Transformer des nombres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notes = [8, 12, 15, 6, 18]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Sans map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[n + 1 for n in notes]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Avec map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list(map(lambda n: n + 1, notes))  # [9, 13, 16, 7, 19]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Convertir des types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chiffres = ["1", "2", "3", "4"]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list(map(int, chiffres))  # [1, 2, 3, 4]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Avec plusieurs listes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a = [1, 2, 3]; b = [10, 20, 30]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list(map(lambda x, y: x + y, a, b))  # [11, 22, 33]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map + méthode de string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noms = ["alice", "bob", "charlie"]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list(map(str.capitalize, noms))  # ["Alice", "Bob", "Charlie"]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filter() - Garder les éléments qui satisfont une condition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filter(fonction_booleenne, itérable)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Garder les pairs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nombres = range(1, 21)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list(filter(lambda x: x % 2 == 0, nombres))  # [2,4,6,8,10,12,14,16,18,20]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Filtrer les mots courts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mots = ["python", "js", "java", "c", "ruby", "rust"]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list(filter(lambda m: len(m) &gt;= 4, mots))  # ["python", "java", "ruby", "rust"]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Filtrer les None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valeurs = [1, None, 3, None, 5, 0, [], ""]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list(filter(None, valeurs))  # [1, 3, 5] (None, 0, [], "" sont falsy)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Combiner map + filter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notes = [12, 8, 15, 4, 18, 6]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Filtrer les admis puis ajouter bonus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list(map(lambda n: n + 1, filter(lambda n: n &gt;= 10, notes)))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Résultat: [13, 16, 19]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Equivalent comprehension (souvent plus lisible)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[n + 1 for n in notes if n &gt;= 10]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reduce() et autres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functools import reduce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reduce(fonction, itérable) → accumule un résultat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Somme (mieux avec sum())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reduce(lambda a, b: a + b, [1, 2, 3, 4, 5])  # 15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Produit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reduce(lambda a, b: a * b, range(1, 6))  # 120 (5!)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Maximum (mieux avec max())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reduce(lambda a, b: a if a &gt; b else b, [3, 7, 2, 9, 1])  # 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Concaténer des chaînes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reduce(lambda a, b: f"{a}-{b}", ["a","b","c","d"])  # "a-b-c-d"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ATTENTION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reduce() est UTILE mais parfois moins lisible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Préférer des boucles ou sum()/max() quand c'est simple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Lambda et map/filter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Avec une liste de mots, crée une liste des longueurs (map)</a:t>
            </a:r>
            <a:br/>
            <a:r>
              <a:t>2. Filtre les mots qui contiennent la lettre 'a' (filter)</a:t>
            </a:r>
            <a:br/>
            <a:r>
              <a:t>3. Trier des tuples (nom, age) par âge décroissant (sorted + lambda key)</a:t>
            </a:r>
            <a:br/>
            <a:r>
              <a:t>4. Avec reduce, calcule le factoriel de 7</a:t>
            </a:r>
            <a:br/>
            <a:r>
              <a:t>5. Depuis une liste de prix HT, applique TVA 20% (map)</a:t>
            </a:r>
            <a:br/>
            <a:r>
              <a:t>6. Trouve les nombres divisibles par 3 ET 5 entre 1 et 100 (filter)</a:t>
            </a:r>
            <a:br/>
            <a:r>
              <a:t>7. (BONUS) Trier une phrase par longueur de mot</a:t>
            </a:r>
            <a:br/>
            <a:r>
              <a:t>8. (BONUS) Grouper des mots par première lettre avec un dict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5156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966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Aide 7: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phrase = "le python est un langage puissant"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mots = phrase.split()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trie = sorted(mots, key=lambda m: len(m))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lambda params: expr → fonction anonyme sur une ligne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map(f, iter) → applique f à chaque élément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filter(f, iter) → garde les éléments où f retourne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reduce(f, iter) → accumule (functools)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sorted(iter, key=lambda ...) → tri personnalisé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Compréhension [x for x in ... if ...] souvent plus lisible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