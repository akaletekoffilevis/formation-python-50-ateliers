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Bibliothèques Utiles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Découvrir les modules essentiels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Explorer les modules les plus courants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Apprendre random, datetime, math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os, sys,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 choix du bon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Module random - Aléatoire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Générer des valeurs aléatoires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random.random() → float entre 0.0 et 1.0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random.randint(a,b) → entier entre a et b inclus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random.uniform(a,b) → float entre a et 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random.choice(liste) → élément aléatoire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random.sample(liste,k) → k éléments uniques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random.shuffle(liste) → mélange la liste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random.seed(n) → fixe le hasard (reproductible)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🔑 seed() permet de rejouer les mêmes tirages (tests, débogage)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random en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random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Jeu de dé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 = random.randint(1, 6)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print(f"Tu as fait un {de}")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Carte au hasard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couleurs = ["♥","♦","♣","♠"]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valeurs = ["A","2","3","4","5","6","7","8","9","10","J","Q","K"]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carte = random.choice(couleurs) + random.choice(valeurs)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print(f"Carte: {carte}")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Mélanger une liste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questions = ["Q1","Q2","Q3","Q4"]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random.shuffle(questions)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print(questions)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Mot de passe aléatoire (4 chiffres)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code = random.randint(1000, 9999)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print(f"Code: {code}")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Module datetime - Dates et heures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datetime import datetime, date, timedelta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Maintenant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now = datetime.now()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print(now)  # 2026-05-31 14:30:00...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Créer une date spécifique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noel = date(2026, 12, 25)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print(noel)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Formater une 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print(now.strftime("%d/%m/%Y %H:%M"))     # 31/05/2026 14:30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print(now.strftime("%A %d %B %Y"))     # Sunday 31 May 2026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Calculer un décalage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demain = now + timedelta(days=1)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hier = now - timedelta(days=1)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print(f"Demain: {demain}")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Différence entre deux dates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age = date.today() - date(2010, 6, 15)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print(f"{age.days} jours")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Module math - Mathématiques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Fonctions essentielles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math.sqrt(x)   → racine carrée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math.ceil(x)    → arrondi supérieur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math.floor(x)   → arrondi inférieur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math.trunc(x)   → partie entière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math.fabs(x)    → valeur absolue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math.pow(x,y)   → x puissance y (équivalent à **)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math.gcd(a,b)   → PGCD de a et 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Constantes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math.pi   → 3.141592...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math.e    → 2.718281...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math.inf  → infini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math.nan  → Not a Number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Trigonométrie : sin(), cos(), tan(), radians(), degrees()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Module os et sys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os, sys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os = interaction avec le système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print(os.getcwd())          # dossier courant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os.mkdir("nouveau")         # crée un dossier (⚠ FileExistsError)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os.makedirs("a/b/c", exist_ok=True)  # crée une arborescence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print(os.listdir("."))      # liste les fichiers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os.rename("old.txt","new.txt")  # renomme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os.remove("fichier.txt")    # supprime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print(os.environ["HOME"])  # variable d'environnement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print(os.name)              # 'posix' sur Linux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os.path = opérations sur chemins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print(os.path.join("a","b.txt"))  # a/b.txt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print(os.path.exists("test.txt"))  # booléen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print(os.path.getsize("fichier.txt"))  # taille en octets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sys = interpréteur Python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print(sys.version)          # version Python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print(sys.argv)             # arguments de la ligne de commande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sys.exit(0)                 # quitte le programme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Module json - Données structurées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JSON = format de stockage de données (très utilisé)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Python → JSON (sérialisation)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data = {"nom": "Alice", "age": 25, "notes": [15, 18, 12]}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json_str = json.dumps(data, indent=2, ensure_ascii=False)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print(json_str)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Résultat: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"nom": "Alice",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"age": 25,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"notes": [15, 18, 12]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JSON → Python (désérialisation)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chargee = json.loads(json_str)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print(chargee["nom"])  # Alice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Lire/écrire dans un fichier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with open("data.json", "w", encoding="utf-8") as 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json.dump(data, f, indent=2)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with open("data.json", "r", encoding="utf-8") as 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data = json.load(f)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Générateur de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programme qui :</a:t>
            </a:r>
            <a:br/>
            <a:r>
              <a:t>1. Affiche une citation aléatoire parmi 10 dans une liste</a:t>
            </a:r>
            <a:br/>
            <a:r>
              <a:t>2. Affiche l'auteur (aléatoire aussi)</a:t>
            </a:r>
            <a:br/>
            <a:r>
              <a:t>3. Sauvegarde chaque citation affichée dans un fichier historique.json</a:t>
            </a:r>
            <a:br/>
            <a:r>
              <a:t>4. Au démarrage, demande si l'utilisateur veut :</a:t>
            </a:r>
            <a:br/>
            <a:r>
              <a:t>   a) Nouvelle citation aléatoire</a:t>
            </a:r>
            <a:br/>
            <a:r>
              <a:t>   b) Voir l'historique</a:t>
            </a:r>
            <a:br/>
            <a:r>
              <a:t>   c) Voir le nombre total de citations affichées</a:t>
            </a:r>
            <a:br/>
            <a:r>
              <a:t>5. Affiche la date et l'heure de chaque citation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import random, 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from datetime import datetime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CIT = [("La vie est belle","Socrate"),("Coder ou ne pas coder","Moi")]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HIST = "historique.json"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hist = json.load(open(HIST)) if os.path.exists(HIST) else []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cit = random.choice(CIT)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hist.append({"c":cit[0],"a":cit[1],"d":str(datetime.now())})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json.dump(hist,open(HIST,"w"),indent=2)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print(f'"{cit[0]}" - {cit[1]}')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random : aléatoire, choix, mélange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datetime : dates, heures, formatage, calculs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math : fonctions mathématiques et constantes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os : système de fichiers, chemins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sys : arguments, version, sortie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json : stockage structuré de données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3093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6355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Choisis TOUJOURS le module adapté à ton besoin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