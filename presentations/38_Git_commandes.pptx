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114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35"/>
                </a:solidFill>
                <a:latin typeface="Calibri"/>
              </a:defRPr>
            </a:pPr>
            <a:r>
              <a:t>Partie 4 - POO &amp; Git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Git - Commandes Quotidiennes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C757D"/>
                </a:solidFill>
                <a:latin typeface="Calibri"/>
              </a:defRPr>
            </a:pPr>
            <a:r>
              <a:t>Les commandes essentielles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Calibri"/>
              </a:defRPr>
            </a:pPr>
            <a:r>
              <a:t>Objectifs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Maîtriser le cycle de vie des fichiers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46888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5603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Comprendre git diff et git log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47472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5661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Utiliser git reset et git restore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48056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Comparer les versions avec git diff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35"/>
                </a:solidFill>
                <a:latin typeface="Calibri"/>
              </a:defRPr>
            </a:pPr>
            <a:r>
              <a:t>Cycle de vie des fichiers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Chaque fichier peut être dans 4 états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┌──────────┐   git add   ┌──────────┐   git commit   ┌──────────┐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│ UNTRACKED │ ──────────→ │  STAGED  │ ──────────────→ │ COMMITTED │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│  (non     │             │  (index) │                 │  (sauvé)  │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│   suivi)  │             └──────────┘                 └──────────┘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└──────────┘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↑   git add . ────────────────────┘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│                                    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└──── git checkout ──→ retour arrière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MODIFIED (modifié) : le fichier a changé depuis le dernier commit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STAGED (indexé) : prêt à être commité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COMMITTED (commit) : sauvegardé dans l'historique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Commande magique : git status à chaque étape 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Afficher les différences - git diff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1. Modifications NON encore indexées (working dir)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git diff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Affiche les lignes ajoutées (+) et supprimées (-)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2. Modifications DÉJÀ indexées (staged)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git diff --staged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3. Comparer deux commits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git log --oneline  # voir les hash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git diff abc123..def456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Exemple de sortie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diff --git a/main.py b/main.py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--- a/main.py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+++ b/main.py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@@ -1 +1,2 @@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 print("Hello")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+print("Nouvelle ligne")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4. git diff avec un fichier spécifique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git diff main.py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Visualiser l'historique - git log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1. Log simple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git log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2. Log compact (1 ligne par commit)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git log --oneline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a1b2c3d Ajout de la calculatrice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e4f5g6h Ajout du menu principal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i7j8k9l Premier commit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3. Log graphique (joli !)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git log --oneline --graph --all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* a1b2c3d (HEAD -&gt; main) Ajout calculatrice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* e4f5g6h Ajout menu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* i7j8k9l Premier commit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4. Log avec dates et auteurs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git log --oneline --graph --all --decorate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5. Log avec stats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git log --stat  # fichiers modifiés et lignes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6. Qui a écrit quoi ?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git blame main.py  # chaque ligne avec auteur et commit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Annuler des changements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1. Modifié mais PAS encore indexé → restaurer la version commitée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git restore main.py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Alternative: git checkout -- main.py (ancienne syntaxe)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2. DÉJÀ indexé (staged) → enlever du stage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git restore --staged main.py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Le fichier redevient MODIFIED (non staged)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3. Modifier le dernier commit (oups, message ou oubli)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Si pas encore pushé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git commit --amend -m "Nouveau message"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Ajoute aussi les fichiers staged au dernier commit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4. Supprimer un fichier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rm fichier.txt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git rm fichier.txt  # supprime + stage la suppression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5. Déplacer/renommer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git mv ancien.py nouveau.py  # renomme + stage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ATTENTION : ne JAMAIS faire --amend sur un commit déjà pushé 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35"/>
                </a:solidFill>
                <a:latin typeface="Calibri"/>
              </a:defRPr>
            </a:pPr>
            <a:r>
              <a:t>Bonnes pratiques Git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Règles d'or pour bien utiliser Git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📝 Commits ATOMIQUES : un commit = une modification logique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❌ "plein de trucs"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✅ "Ajout de la fonction de tri"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✍️ Messages clairs en français ou anglais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❌ "fix"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✅ "Correction du bug de division par zéro"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🔄 Commiter SOUVENT (après chaque petite étape fonctionnelle)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→ Plus facile de revenir en arrière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📄 Commiter le code qui MARCHE (pas de code cassé)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📁 .gitignore avant le premier commit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🔑 git status → git add → git commit : le cycle de vie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6D6A0"/>
                </a:solidFill>
                <a:latin typeface="Calibri"/>
              </a:defRPr>
            </a:pPr>
            <a:r>
              <a:t>Exercice : Manipuler l'historique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320040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28016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Dans le dépôt de l'exercice précédent :</a:t>
            </a:r>
            <a:br/>
            <a:br/>
            <a:r>
              <a:t>1. Ajoute une fonction addition(a,b) dans calcul.py</a:t>
            </a:r>
            <a:br/>
            <a:r>
              <a:t>2. Fait git diff (sans commit) → observe</a:t>
            </a:r>
            <a:br/>
            <a:r>
              <a:t>3. Fait git add calcul.py</a:t>
            </a:r>
            <a:br/>
            <a:r>
              <a:t>4. Fait git diff --staged → observe</a:t>
            </a:r>
            <a:br/>
            <a:r>
              <a:t>5. Fait git commit -m "Ajout addition"</a:t>
            </a:r>
            <a:br/>
            <a:r>
              <a:t>6. Ajoute soustraction(a,b) dans calcul.py</a:t>
            </a:r>
            <a:br/>
            <a:r>
              <a:t>7. Ajoute aussi multiplication(a,b) mais NE STAGE QUE soustraction</a:t>
            </a:r>
            <a:br/>
            <a:r>
              <a:t>8. Fait git status → un staged, un modified</a:t>
            </a:r>
            <a:br/>
            <a:r>
              <a:t>9. Commit avec "Ajout soustraction"</a:t>
            </a:r>
            <a:br/>
            <a:r>
              <a:t>10. Fait git log --oneline --graph</a:t>
            </a:r>
            <a:br/>
            <a:r>
              <a:t>11. Fait git show HEAD (dernier commit en détail)</a:t>
            </a:r>
            <a:br/>
            <a:r>
              <a:t>12. BONUS : utilise git restore pour annuler multiplication non commitée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B35"/>
                </a:solidFill>
                <a:latin typeface="Calibri"/>
              </a:defRPr>
            </a:pPr>
            <a:r>
              <a:t>À retenir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17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4 états : UNTRACKED → STAGED → COMMITTED (+ MODIFIED)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402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git diff = changements non indexés, git diff --staged = indexés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1752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git log --oneline --graph pour l'historique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84048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8862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git restore = annuler, git commit --amend = corriger dernier commit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66344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7091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Commits atomiques, messages clairs, commiter souvent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48640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55321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git status est ton meilleur ami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