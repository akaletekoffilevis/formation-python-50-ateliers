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2 - Les Bases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 Boucle 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Répéter tant qu'une condition est vraie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 concept de boucle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la boucle while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Éviter les boucles infinies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break et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des boucles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Sans boucle, on répète le code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print(1); print(2); print(3); print(4); print(5)... → bof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Avec une boucle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compteur =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while compteur &lt;= 5: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print(compteur)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compteur +=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La boucle while répète un bloc TANT QUE la condition est vraie.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Clé : il faut que la condition devienne fausse à un moment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Sinon → boucle INFINIE (le programme ne s'arrête jamais)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Syntaxe et utilisation de while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Syntaxe 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condition: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# bloc à répéter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Exemple 1 : Compter de 1 à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 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i &lt;= 5: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Résultat : 1 2 3 4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Exemple 2 : Compter de 10 à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 =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i &gt;= 0: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 -=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Résultat : 10 9 8 7 6 5 4 3 2 1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La variable de condition DOIT changer dans la boucle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Applications concrètes de while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1. Saisie jusqu'à réponse correcte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mdp = "python"; saisie = 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saisie != mdp: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saisie = input("Mot de passe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print("Accès autorisé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2. Validation de saisie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 = -1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nombre &lt; 1 or nombre &gt; 10: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nombre = int(input("Entre 1-10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3. Menu interactif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choix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choix != 4: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print("1.Jouer 2.Scores 3.Options 4.Quitter")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choix = int(input("Choix : "))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while est PARFAIT quand on ne sait pas à l'avance combien de fois répéter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Boucle infinie - Attention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BOUCLE INFINIE = programme qui ne s'arrête JAMAIS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Ce code ne s'arrêtera jamais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while True: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print("Je tourne en boucle !")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Pourquoi ? La condition est TOUJOURS True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Cas qui plante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 = 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while i &gt; 0: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i += 1  # i augmente → reste &gt; 0 → INFINI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Comment arrêter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Ctrl+C dans le terminal (arrêt d'urgence)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break et continue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break : SORT immédiatement de la boucle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reponse = input("Tape 'quit' pour quitter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reponse == 'quit':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print("Au revoir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break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continue : PASSE à l'itération suivante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while i &lt; 10: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i % 2 == 0: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continue  # saute les pairs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print(i, end="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Résultat : 1 3 5 7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break = sortir de la boucle, continue = sauter au prochain tour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Devine le nombre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jeu "Devine le nombre" :</a:t>
            </a:r>
            <a:br/>
            <a:r>
              <a:t>1. Python choisit un nombre aléatoire entre 1 et 100</a:t>
            </a:r>
            <a:br/>
            <a:r>
              <a:t>2. Le joueur propose des nombres (while True)</a:t>
            </a:r>
            <a:br/>
            <a:r>
              <a:t>3. Indique "Trop grand" ou "Trop petit"</a:t>
            </a:r>
            <a:br/>
            <a:r>
              <a:t>4. Quand il trouve : affiche le nombre d'essais</a:t>
            </a:r>
            <a:br/>
            <a:r>
              <a:t>5. Propose de rejouer</a:t>
            </a:r>
            <a:br/>
            <a:br/>
            <a:r>
              <a:t>BONUS : Limite le nombre d'essais à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import random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secret = random.randint(1, 100); essais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prop = int(input("Devine (1-100)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essais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if prop &lt; secret: print("Trop petit")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elif prop &gt; secret: print("Trop grand")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print(f" Trouvé en {essais} essais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if input("Rejouer ? (o/n) : ") != 'o': break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secret = random.randint(1, 100); essais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while répète TANT QUE la condition est vraie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La variable de condition DOIT changer (sinon : boucle infinie)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Ctrl+C pour arrêter d'urgence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break = sortir de la boucle, continue = sauter au tour suivant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while est parfait pour validation de saisie, menus, jeux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