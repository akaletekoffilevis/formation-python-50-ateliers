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10362895" cy="4114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6B35"/>
                </a:solidFill>
                <a:latin typeface="Calibri"/>
              </a:defRPr>
            </a:pPr>
            <a:r>
              <a:t>Partie 4 - POO &amp; 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4484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Mini-Projet : Le Pendu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C757D"/>
                </a:solidFill>
                <a:latin typeface="Calibri"/>
              </a:defRPr>
            </a:pPr>
            <a:r>
              <a:t>Jeu complet avec Git et GitHub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4D8"/>
                </a:solidFill>
                <a:latin typeface="Calibri"/>
              </a:defRPr>
            </a:pPr>
            <a:r>
              <a:t>Objectifs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Créer un jeu complet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6888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56032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Appliquer Git tout au long du projet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47472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56616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Organiser le code en modules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48056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572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Publier sur GitHub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6B35"/>
                </a:solidFill>
                <a:latin typeface="Calibri"/>
              </a:defRPr>
            </a:pPr>
            <a:r>
              <a:t>Le projet : Jeu du Pendu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Règles : trouver un mot en devinant les lettres, une par une.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Un mot secret est choisi aléatoirement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Le joueur propose des lettres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Si la lettre est dans le mot → elle est révélée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Sinon → on dessine une partie du pendu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6 erreurs max → PERDU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Toutes les lettres trouvées → GAGNÉ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Structure du projet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pendu/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├── mots.py        # Liste de mots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├── pendu.py       # Logique du jeu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├── affichage.py   # Interface console + dessin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├── scores.py      # Sauvegarde des scores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└── main.py        # Point d'entrée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On va utiliser Git pour versionner chaque étape 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  <a:latin typeface="Calibri"/>
              </a:defRPr>
            </a:pPr>
            <a:r>
              <a:t>mots.py - Gestion des mots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50292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mots.py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import random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MOTS = [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"python", "ordinateur", "programmation", "developpeur",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"algorithme", "variable", "fonction", "boucle",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"condition", "dictionnaire", "liste", "module",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"internet", "navigation", "clavier", "ecran",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"souris", "fichier", "reseau", "application"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Sélection par difficulté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def choisir_mot(difficulte="facile"):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if difficulte == "facile":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return random.choice([m for m in MOTS if len(m) &lt;= 6])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elif difficulte == "moyen":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return random.choice([m for m in MOTS if 7 &lt;= len(m) &lt;= 10])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else:  # difficile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return random.choice([m for m in MOTS if len(m) &gt; 10])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  <a:latin typeface="Calibri"/>
              </a:defRPr>
            </a:pPr>
            <a:r>
              <a:t>pendu.py - Logique du jeu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50292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pendu.py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class Pendu: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MAX_ERREURS = 6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def __init__(self, mot_secret):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self.mot = mot_secret.lower()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self.trouve = ['_'] * len(self.mot)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self.erreurs = 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self.lettres_proposees = set()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def proposer(self, lettre):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lettre = lettre.lower()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if lettre in self.lettres_proposees: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    return "déjà proposée"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self.lettres_proposees.add(lettre)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if lettre in self.mot: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    for i, c in enumerate(self.mot):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        if c == lettre: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            self.trouve[i] = c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    return "trouvée"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else: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    self.erreurs += 1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    return "ratée"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@property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def est_gagne(self):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return '_' not in self.trouve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@property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def est_perdu(self):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return self.erreurs &gt;= self.MAX_ERREURS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  <a:latin typeface="Calibri"/>
              </a:defRPr>
            </a:pPr>
            <a:r>
              <a:t>affichage.py - Le dessin du pendu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50292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affichage.py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DESSINS = [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"""</a:t>
            </a:r>
            <a:br/>
            <a:r>
              <a:t>    +---+</a:t>
            </a:r>
            <a:br/>
            <a:r>
              <a:t>        |</a:t>
            </a:r>
            <a:br/>
            <a:r>
              <a:t>        |</a:t>
            </a:r>
            <a:br/>
            <a:r>
              <a:t>        |</a:t>
            </a:r>
            <a:br/>
            <a:r>
              <a:t>       ===</a:t>
            </a:r>
            <a:br/>
            <a:r>
              <a:t>    """,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"""</a:t>
            </a:r>
            <a:br/>
            <a:r>
              <a:t>    +---+</a:t>
            </a:r>
            <a:br/>
            <a:r>
              <a:t>    O   |</a:t>
            </a:r>
            <a:br/>
            <a:r>
              <a:t>        |</a:t>
            </a:r>
            <a:br/>
            <a:r>
              <a:t>        |</a:t>
            </a:r>
            <a:br/>
            <a:r>
              <a:t>       ===</a:t>
            </a:r>
            <a:br/>
            <a:r>
              <a:t>    """,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"""</a:t>
            </a:r>
            <a:br/>
            <a:r>
              <a:t>    +---+</a:t>
            </a:r>
            <a:br/>
            <a:r>
              <a:t>    O   |</a:t>
            </a:r>
            <a:br/>
            <a:r>
              <a:t>    |   |</a:t>
            </a:r>
            <a:br/>
            <a:r>
              <a:t>        |</a:t>
            </a:r>
            <a:br/>
            <a:r>
              <a:t>       ===</a:t>
            </a:r>
            <a:br/>
            <a:r>
              <a:t>    """,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"""</a:t>
            </a:r>
            <a:br/>
            <a:r>
              <a:t>    +---+</a:t>
            </a:r>
            <a:br/>
            <a:r>
              <a:t>    O   |</a:t>
            </a:r>
            <a:br/>
            <a:r>
              <a:t>   /|   |</a:t>
            </a:r>
            <a:br/>
            <a:r>
              <a:t>        |</a:t>
            </a:r>
            <a:br/>
            <a:r>
              <a:t>       ===</a:t>
            </a:r>
            <a:br/>
            <a:r>
              <a:t>    """,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"""</a:t>
            </a:r>
            <a:br/>
            <a:r>
              <a:t>    +---+</a:t>
            </a:r>
            <a:br/>
            <a:r>
              <a:t>    O   |</a:t>
            </a:r>
            <a:br/>
            <a:r>
              <a:t>   /|\  |</a:t>
            </a:r>
            <a:br/>
            <a:r>
              <a:t>        |</a:t>
            </a:r>
            <a:br/>
            <a:r>
              <a:t>       ===</a:t>
            </a:r>
            <a:br/>
            <a:r>
              <a:t>    """,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"""</a:t>
            </a:r>
            <a:br/>
            <a:r>
              <a:t>    +---+</a:t>
            </a:r>
            <a:br/>
            <a:r>
              <a:t>    O   |</a:t>
            </a:r>
            <a:br/>
            <a:r>
              <a:t>   /|\  |</a:t>
            </a:r>
            <a:br/>
            <a:r>
              <a:t>   /    |</a:t>
            </a:r>
            <a:br/>
            <a:r>
              <a:t>       ===</a:t>
            </a:r>
            <a:br/>
            <a:r>
              <a:t>    """,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"""</a:t>
            </a:r>
            <a:br/>
            <a:r>
              <a:t>    +---+</a:t>
            </a:r>
            <a:br/>
            <a:r>
              <a:t>    O   |</a:t>
            </a:r>
            <a:br/>
            <a:r>
              <a:t>   /|\  |</a:t>
            </a:r>
            <a:br/>
            <a:r>
              <a:t>   / \  |</a:t>
            </a:r>
            <a:br/>
            <a:r>
              <a:t>       ===</a:t>
            </a:r>
            <a:br/>
            <a:r>
              <a:t>    """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def afficher_partie(pendu):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print(DESSINS[pendu.erreurs])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print("Mot: " + " ".join(pendu.trouve))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print(f"Erreurs: {pendu.erreurs}/{Pendu.MAX_ERREURS}")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print(f"Lettres: {",".join(sorted(pendu.lettres_proposees))}")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  <a:latin typeface="Calibri"/>
              </a:defRPr>
            </a:pPr>
            <a:r>
              <a:t>Scores et main.py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50292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scores.py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import json, os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FICHIER = "scores_pendu.json"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def charger_scores():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if not os.path.exists(FICHIER): return []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with open(FICHIER) as f: return json.load(f)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def sauvegarder_score(pseudo, erreurs, mot):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scores = charger_scores()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scores.append({"pseudo":pseudo,"erreurs":erreurs,"mot":mot})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with open(FICHIER,"w") as f: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json.dump(scores, f, indent=2)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def meilleur_score():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scores = charger_scores()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if not scores: return None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return min(scores, key=lambda s: s["erreurs"])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main.py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from pendu import Pendu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from mots import choisir_mot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from affichage import afficher_partie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from scores import sauvegarder_score, meilleur_score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def jouer():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mot = choisir_mot()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jeu = Pendu(mot)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while not jeu.est_gagne and not jeu.est_perdu: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afficher_partie(jeu)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lettre = input("Lettre: ")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jeu.proposer(lettre)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if jeu.est_gagne: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print(f"GAGNÉ ! {mot}")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else: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        print(f"PERDU ! Le mot était {mot}")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6D6A0"/>
                </a:solidFill>
                <a:latin typeface="Calibri"/>
              </a:defRPr>
            </a:pPr>
            <a:r>
              <a:t>À toi de jouer avec Git 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320040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9601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Étapes Git (fais un commit à chaque étape) :</a:t>
            </a:r>
            <a:br/>
            <a:br/>
            <a:r>
              <a:t>1. git init + git add . + commit "Initialisation"</a:t>
            </a:r>
            <a:br/>
            <a:r>
              <a:t>2. Crée mots.py → commit</a:t>
            </a:r>
            <a:br/>
            <a:r>
              <a:t>3. Crée pendu.py → commit</a:t>
            </a:r>
            <a:br/>
            <a:r>
              <a:t>4. Crée affichage.py → git add/commit</a:t>
            </a:r>
            <a:br/>
            <a:r>
              <a:t>5. Crée scores.py → commit</a:t>
            </a:r>
            <a:br/>
            <a:r>
              <a:t>6. Crée main.py → commit "Jeu fonctionnel"</a:t>
            </a:r>
            <a:br/>
            <a:r>
              <a:t>7. git checkout -b améliorations</a:t>
            </a:r>
            <a:br/>
            <a:r>
              <a:t>8. Ajoute difficulté, catégories, ou couleurs → commit</a:t>
            </a:r>
            <a:br/>
            <a:r>
              <a:t>9. git checkout main + git merge améliorations</a:t>
            </a:r>
            <a:br/>
            <a:r>
              <a:t>10. BONUS : crée un repo GitHub et push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515600" cy="201168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966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Améliorations possibles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Couleurs avec ANSI: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CDD6F4"/>
                </a:solidFill>
                <a:latin typeface="Consolas"/>
              </a:defRPr>
            </a:pPr>
            <a:r>
              <a:t>def colorer(texte, couleur):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  codes = {"rouge":"31","vert":"32","jaune":"33","bleu":"34"}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  return f"\033[{codes[couleur]}m{texte}\033[0m"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6B35"/>
                </a:solidFill>
                <a:latin typeface="Calibri"/>
              </a:defRPr>
            </a:pPr>
            <a:r>
              <a:t>À retenir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17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Pendu = projet parfait pour consolider Python + Git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Architecture modulaire : mots, logique, affichage, scores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01752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Git commit après chaque module fonctionnel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84048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8862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Branche pour les améliorations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66344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709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GitHub pour partager et sauvegarder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48640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532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La pratique CONSTANTE est la clé de l'apprentissage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