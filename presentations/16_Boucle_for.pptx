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La Boucle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Parcourir des séquences facilement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la boucle for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Maîtriser range()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Parcourir des chaînes, listes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la boucle for avec break/continue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for : la boucle pour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La boucle for parcourt les éléments d'une SEQUENCE un par un.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for variable in sequence: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# bloc exécuté pour chaque élément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Contrairement à while, for sait combien de fois répéter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le nombre d'éléments dans la séquence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avec une chaîne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for lettre in "Python":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print(lettre)  # P y t h o 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avec une liste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for fruit in ["pomme", "banane", "cerise"]: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print(fruit)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range() - générer des séquences de nombres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range(n) : de 0 à n-1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  # 0 1 2 3 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range(debut, fin) : de debut à fin-1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 in range(3, 8):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  # 3 4 5 6 7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range(debut, fin, pas) : avec un pas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 in range(0, 10, 2):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  # 0 2 4 6 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range décroissant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 in range(10, 0, -1):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  # 10 9 8 7 6 5 4 3 2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Répéter N fois (sans utiliser la variable)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_ in range(3):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print("Python c'est génial 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_ (underscore) est une convention pour une variable qu'on n'utilise pas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Parcourir différents types de séquences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Parcourir une chaîne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lettre in "Python":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print(lettre.upper(), end=" ")  # P Y T H O 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Parcourir une liste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amis = ["Alice", "Bob", "Charlie"]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ami in amis: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print(f"Salut {ami}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enumerate() : obtenir index ET valeur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index, ami in enumerate(amis):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print(f"{index+1}. {ami}")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zip() : parcourir plusieurs listes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noms = ["Alice", "Bob"]; ages = [20, 25]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nom, age in zip(noms, ages):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print(f"{nom} a {age} ans")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enumerate() et zip() sont très pratiques et Pythoniques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for avec break et continue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break : arrête la boucle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 in range(1, 20):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i == 10: break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  # 1 2 3 4 5 6 7 8 9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continue : saute une itération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 in range(1, 11):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i % 3 == 0: continue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  # 1 2 4 5 7 8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else dans une boucle for (exécuté si pas de break)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i == 10: break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print("Aucun break, fin normale")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 else d'une boucle s'exécute seulement si pas de break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Tables de multiplication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programme qui :</a:t>
            </a:r>
            <a:br/>
            <a:r>
              <a:t>1. Demande un nombre à l'utilisateur</a:t>
            </a:r>
            <a:br/>
            <a:r>
              <a:t>2. Affiche la table de multiplication de 1 à 10</a:t>
            </a:r>
            <a:br/>
            <a:r>
              <a:t>3. Utilise une boucle for</a:t>
            </a:r>
            <a:br/>
            <a:r>
              <a:t>4. Formate joliment</a:t>
            </a:r>
            <a:br/>
            <a:br/>
            <a:r>
              <a:t>BONUS : Affiche les tables de 1 à 10 complètes (tableau)</a:t>
            </a:r>
            <a:br/>
            <a:r>
              <a:t>avec deux boucles for imbriquées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 = int(input("Table de multiplication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i in range(1, 11):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print(f"{n} × {i:&gt;2} = {n * i:&gt;3}")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Tableau complet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i in range(1, 11):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for j in range(1, 11):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print(f"{i*j:&gt;4}", end="")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for parcourt les éléments d'une séquence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range() génère des séquences de nombres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enumerate() donne (index, valeur), zip() parcourt plusieurs listes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break = arrêt, continue = saut, else = si pas de break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for est plus sûr que while (pas de risque de boucle infinie)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