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FD0550A-41B1-41B9-84A4-6DC5F4B3D5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E2FB70-E42F-4E09-8958-EE17FD1A9F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F3BBBFB-685D-4DC7-8476-A4CFD6C7EB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1C7A91E-839E-4AE2-BF4F-6091B6108F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2AB95A3-D398-463C-93D1-4E030A354B0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0E31F1B-6622-4A39-919F-423287464C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6931ACC-9BB6-42C1-93D9-D198AFB564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CD52F0-1540-4826-B0D7-394A57CE7D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C947729-E0BF-4CCD-9E20-8F3D56410B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texte-titre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95F9F1E-8FD4-4489-B480-44C886A51B4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D87A7A3-A473-4745-ACD7-739F8717EA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ounded Rectangle 2"/>
          <p:cNvSpPr/>
          <p:nvPr/>
        </p:nvSpPr>
        <p:spPr>
          <a:xfrm>
            <a:off x="914400" y="1371600"/>
            <a:ext cx="10362600" cy="411444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371600" y="1645920"/>
            <a:ext cx="94482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Partie 5 - Projets Avancés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371600" y="2286000"/>
            <a:ext cx="94482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Prochaines Étapes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1371600" y="3840480"/>
            <a:ext cx="94482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Après ce cours, où aller ?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73152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0B4D8"/>
                </a:solidFill>
                <a:effectLst/>
                <a:uFillTx/>
                <a:latin typeface="Calibri"/>
              </a:rPr>
              <a:t>Objectifs</a:t>
            </a:r>
            <a:endParaRPr lang="fr-F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Rounded Rectangle 3"/>
          <p:cNvSpPr/>
          <p:nvPr/>
        </p:nvSpPr>
        <p:spPr>
          <a:xfrm>
            <a:off x="914400" y="146304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4"/>
          <p:cNvSpPr/>
          <p:nvPr/>
        </p:nvSpPr>
        <p:spPr>
          <a:xfrm>
            <a:off x="1188720" y="155448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Récapituler le parcours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Rounded Rectangle 5"/>
          <p:cNvSpPr/>
          <p:nvPr/>
        </p:nvSpPr>
        <p:spPr>
          <a:xfrm>
            <a:off x="914400" y="246888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6"/>
          <p:cNvSpPr/>
          <p:nvPr/>
        </p:nvSpPr>
        <p:spPr>
          <a:xfrm>
            <a:off x="1188720" y="256032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Découvrir les prochains sujets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7"/>
          <p:cNvSpPr/>
          <p:nvPr/>
        </p:nvSpPr>
        <p:spPr>
          <a:xfrm>
            <a:off x="914400" y="347472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8"/>
          <p:cNvSpPr/>
          <p:nvPr/>
        </p:nvSpPr>
        <p:spPr>
          <a:xfrm>
            <a:off x="1188720" y="356616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Trouver des ressources pour continuer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9"/>
          <p:cNvSpPr/>
          <p:nvPr/>
        </p:nvSpPr>
        <p:spPr>
          <a:xfrm>
            <a:off x="914400" y="448056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1188720" y="457200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S'engager dans la communauté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Ton parcours - Rétrospective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731520" y="1280160"/>
            <a:ext cx="105152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🏁 FÉLICITATIONS ! Tu es arrivé à la fin de ce cours.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Rappelle-toi d'où tu viens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01 🖥️  Qu'est-ce que l'informatique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02 ⚙️  Comment marche un ordinateur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03 🖱️  Systèmes d'exploitation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04 🌐  Internet et le Web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05 📐  Algorithmes et Programmation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06 🔧  Installation Python &amp; VS Code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07 💻  Terminal / Ligne de commande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08 👋  Hello World !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09-12 📦  Variables, Strings, Nombres, Input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13 🔀  Conditions, if/else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14 🏋️  Exercices Conditions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15 🔄  Boucles while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16 🔁  Boucles for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17-18 📚  Listes, Dictionnaires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19 🏋️  Exercices Listes &amp; Boucles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20 🧮  Mini-Projet : Calculatrice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Ton parcours - Suite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"/>
          <p:cNvSpPr/>
          <p:nvPr/>
        </p:nvSpPr>
        <p:spPr>
          <a:xfrm>
            <a:off x="824760" y="900000"/>
            <a:ext cx="10515240" cy="580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Ce que tu maîtrises maintenant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21-23 🔧  Fonctions (définition, paramètres, portée)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24 📦  Tuples et Sets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25 ⚠️  Gestion d'erreurs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26 📄  Fichiers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27 📦  Modules et Import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28 📚  Bibliothèques utiles (random, datetime...)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29 ✅  Mini-Projet : Gestionnaire de Tâches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30 🏋️  Exercices de Révision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31-32 🎯  POO (Classes, Héritage)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33-34 💡  Comprehensions, Lambda, map/filter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35 🐛  Exceptions avancées, Débogage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36 🃏  Mini-Projet : Jeu de Cartes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37-39 🔗  Git (intro, commandes, branches, GitHub)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40 🎮  Mini-Projet : Pendu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41 📦  Environnements virtuels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42 🌍  APIs HTTP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43 🌤️  Mini-Projet : Météo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44 🗄️  SQLite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45 🌐  Flask (Web)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46 📝  Mini-Projet : Blog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47 🧪  Tests et Débogage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48 ✨  Bonnes pratiques (PEP 8, DRY, KISS)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49 🏆  Projet Final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Prochains sujets à explorer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"/>
          <p:cNvSpPr/>
          <p:nvPr/>
        </p:nvSpPr>
        <p:spPr>
          <a:xfrm>
            <a:off x="731520" y="1280160"/>
            <a:ext cx="105152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Tu es prêt pour passer au NIVEAU SUPÉRIEUR.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🔜 Frameworks Web avancés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Django (framework web complet, très utilisé)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FastAPI (API modernes et rapides)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Plus de Flask (extensions, déploiement)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🔜 Data Science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NumPy (calculs scientifiques)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Pandas (analyse de données)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Matplotlib / Seaborn (visualisation)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Jupyter Notebooks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🔜 Développement de jeux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Pygame (déjà vu!) → va plus loin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Godot (moteur de jeu complet)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Ren'Py (visual novels)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🔜 Spécialisations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Sécurité / Hacking éthique (TryHackMe)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Automatisation (scripts, bots)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Mobile (Kivy, BeeWare)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Ressources pour continuer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731520" y="1280160"/>
            <a:ext cx="105152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Sites gratuits pour apprendre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🇫🇷 En français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OpenClassrooms - cours complets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Doc Python officielle (traduite)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Grafikart - tutoriels vidéo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🇬🇧 En anglais (le plus de ressources)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Real Python - articles de qualité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Python.org - tuto officiel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W3Schools - références interactives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freeCodeCamp - cours vidéo gratuits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📚 Livres recommandés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"Apprendre Python 3" (Zed Shaw)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"Automate the Boring Stuff with Python" (très pratique)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"Python Crash Course" (complet)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🎯 Plateformes d'exercices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Codewars (défis progressifs)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LeetCode (préparation entretiens)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Exercism (avec mentorat gratuit)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Rejoindre la communauté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"/>
          <p:cNvSpPr/>
          <p:nvPr/>
        </p:nvSpPr>
        <p:spPr>
          <a:xfrm>
            <a:off x="644760" y="855360"/>
            <a:ext cx="10515240" cy="580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La programmation ne s'apprend pas seul !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Rejoins la communauté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💬 Discord / Slack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Python Discord (énorme communauté)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Serveurs de programmation français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🌍 GitHub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Regarde le code des autres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Contribue à des projets open source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Montre TES projets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🐦 Twitter/X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Suis des développeurs Python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Partage tes progrès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📰 Stack Overflow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Cherche avant de poser une question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Apprends à poser des questions CLAIRES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💡 Astuce : le meilleur moyen d'apprendre est d'ENSEIGNER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Explique ce que tu as appris à quelqu'un d'autre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Crée un blog ou une vidéo tuto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Aide les débutants sur les forums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Conseils pour la suite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731520" y="1280160"/>
            <a:ext cx="105152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10 conseils pour continuer à progresser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 CODE TOUS LES JOURS ! 15 minutes &gt; 5 heures une fois par mois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2. Finis ce que tu commences (même imparfait)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3. Lis le code des autres (GitHub, open source)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4. Fais des projets personnels (pas que des tutos)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5. Ne copie pas, COMPRENDS (refais avec tes mots)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6. Échoue souvent, ça fait partie du processus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7. Reviens sur ton ancien code et améliore-le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8. Note ce que tu apprends (blog, journal, fiches)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9. Enseigne ce que tu sais (meilleur moyen d'apprendre)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10. 🎯 AMUSE-TOI ! La programmation est créative et passionnante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Rappelle-toi : le meilleur programmeur n'est pas celui qui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connaît toutes les syntaxes, mais celui qui sait CHERCHER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et APPRENDRE par lui-même.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Merci et Bonne continuation !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3"/>
          <p:cNvSpPr/>
          <p:nvPr/>
        </p:nvSpPr>
        <p:spPr>
          <a:xfrm>
            <a:off x="731520" y="1280160"/>
            <a:ext cx="105152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C'est la fin de ce cours, mais le début de ton aventure.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Tu as appris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✅ Les bases de l'informatique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✅ La programmation Python du débutant à avancé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✅ Les outils du développeur (Git, terminal, VS Code)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✅ La création d'applications (Flask, BD, APIs)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✅ À structurer et tester ton code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Rien ne peut t'arrêter maintenant. Continue à coder,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continue à apprendre, et surtout... amuse-toi !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🎉 BRAVO POUR TOUT CE TRAVAIL ! 🎉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À retenir</a:t>
            </a:r>
            <a:endParaRPr lang="fr-F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Rounded Rectangle 3"/>
          <p:cNvSpPr/>
          <p:nvPr/>
        </p:nvSpPr>
        <p:spPr>
          <a:xfrm>
            <a:off x="914400" y="137160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4"/>
          <p:cNvSpPr/>
          <p:nvPr/>
        </p:nvSpPr>
        <p:spPr>
          <a:xfrm>
            <a:off x="1188720" y="14173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50 présentations parcourues du débutant à l'avancé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Rounded Rectangle 5"/>
          <p:cNvSpPr/>
          <p:nvPr/>
        </p:nvSpPr>
        <p:spPr>
          <a:xfrm>
            <a:off x="914400" y="219456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6"/>
          <p:cNvSpPr/>
          <p:nvPr/>
        </p:nvSpPr>
        <p:spPr>
          <a:xfrm>
            <a:off x="1188720" y="22402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Python, Git, POO, APIs, Flask, BD, tests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7"/>
          <p:cNvSpPr/>
          <p:nvPr/>
        </p:nvSpPr>
        <p:spPr>
          <a:xfrm>
            <a:off x="914400" y="301752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1188720" y="3063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Projets pratiques : Calculatrice, Pendu, Blog, Météo, etc.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9"/>
          <p:cNvSpPr/>
          <p:nvPr/>
        </p:nvSpPr>
        <p:spPr>
          <a:xfrm>
            <a:off x="914400" y="384048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1188720" y="388620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Continue avec Django, Data Science, Jeux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Rounded Rectangle 11"/>
          <p:cNvSpPr/>
          <p:nvPr/>
        </p:nvSpPr>
        <p:spPr>
          <a:xfrm>
            <a:off x="914400" y="466344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1188720" y="47091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Rejoins la communauté, partage ton code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Rounded Rectangle 13"/>
          <p:cNvSpPr/>
          <p:nvPr/>
        </p:nvSpPr>
        <p:spPr>
          <a:xfrm>
            <a:off x="914400" y="548640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14"/>
          <p:cNvSpPr/>
          <p:nvPr/>
        </p:nvSpPr>
        <p:spPr>
          <a:xfrm>
            <a:off x="1188720" y="55321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Code tous les jours, finis tes projets, amuse-toi !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fr-FR</dc:language>
  <cp:lastModifiedBy/>
  <dcterms:modified xsi:type="dcterms:W3CDTF">2026-05-31T23:42:03Z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