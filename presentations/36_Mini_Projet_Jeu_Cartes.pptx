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4 - POO &amp;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Mini-Projet : Jeu de Cartes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POO appliquée à un jeu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Appliquer la POO à un projet concret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Carte, Paquet, et Jeu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Implémenter la logique d'un jeu de cartes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random.shuffle et les stratégies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Le projet : Bataille (War)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On va créer le jeu de la BATAILLE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Règles simplifiées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1. On distribue toutes les cartes aux 2 joueurs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2. Chaque joueur retourne la carte du dessus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3. Le plus fort remporte les 2 cartes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4. En cas d'égalité → on rejoue (double la mise)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Classes à créer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Carte : valeur, couleur,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Paquet : liste de cartes, mélanger, distribuer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Joueur : nom, main de cartes,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Jeu : logique de la bataille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Structure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jeu_bataille/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carte.py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paquet.py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joueur.py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jeu.py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 main.py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Classe Carte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carte.py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Carte: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VALEURS = ['2','3','4','5','6','7','8','9','10','J','Q','K','A']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COULEURS = ["♠","♣","♥","♦"]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valeur, couleur):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self.valeur = valeur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self.couleur = couleur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self.points = Carte.VALEURS.index(valeur) + 2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__str__(self):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f"{self.valeur}{self.couleur}"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__repr__(self):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self.__str__()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__lt__(self, other):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self.points &lt; other.points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 = Carte('Roi', '♠')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print(c)            # Roi♠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print(c.points)      # 13 (Roi = forte valeur)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print(c &lt; Carte('As','♠'))  #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Classes Paquet et Joueur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paquet.py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random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carte import Carte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Paquet: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self.cartes = [Carte(v,c) for v in Carte.VALEURS for c in Carte.COULEURS]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melanger(self):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random.shuffle(self.cartes)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distribuer(self, nb_joueurs):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[self.cartes[i::nb_joueurs] for i in range(nb_joueurs)]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joueur.py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Joueur: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self.nom = nom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self.main = []  # liste de cartes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self.score = 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piocher(self):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self.main.pop(0) if self.main else None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gagner_cartes(self, cartes):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self.main.extend(cartes)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self.score += len(cartes)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@property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nb_cartes(self):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len(self.main)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Classe Jeu (Bataille)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jeu.py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paquet import Paquet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joueur import Joueur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Bataille: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nom1, nom2):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paquet = Paquet()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paquet.melanger()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main1, main2 = paquet.distribuer(2)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self.j1 = Joueur(nom1); self.j1.main = main1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self.j2 = Joueur(nom2); self.j2.main = main2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jouer_tour(self):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c1 = self.j1.piocher(); c2 = self.j2.piocher()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not c1 or not c2: return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print(f"{self.j1.nom}: {c1}  vs  {self.j2.nom}: {c2}")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c1 &gt; c2: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self.j1.gagner_cartes([c1, c2])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print(f"{self.j1.nom} gagne 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elif c2 &gt; c1: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self.j2.gagner_cartes([c1, c2])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print(f"{self.j2.nom} gagne 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else: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print("Bataille 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self.bataille([c1, c2])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Gestion de la bataille (égalité)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Dans la classe Bataille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bataille(self, cartes_au_centre):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# Chaque joueur met 2 cartes face cachée + 1 face visible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for _ in range(2):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c = self.j1.piocher()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if c: cartes_au_centre.append(c)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c = self.j2.piocher()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if c: cartes_au_centre.append(c)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c1 = self.j1.piocher(); c2 = self.j2.piocher()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not c1 or not c2: return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cartes_au_centre.extend([c1, c2])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c1 &gt; c2: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self.j1.gagner_cartes(cartes_au_centre)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elif c2 &gt; c1: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self.j2.gagner_cartes(cartes_au_centre)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else: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self.bataille(cartes_au_centre)  # récursif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jouer(self):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tour = 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while self.j1.nb_cartes &gt; 0 and self.j2.nb_cartes &gt; 0: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tour +=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if not self.jouer_tour(): break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print(f"\n🏆 {self.j1.nom}: {self.j1.score} cartes")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print(f"🏆 {self.j2.nom}: {self.j2.score} cartes")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À toi de jouer 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Étapes :</a:t>
            </a:r>
            <a:br/>
            <a:r>
              <a:t>1. Crée tous les fichiers (carte.py, paquet.py, joueur.py, jeu.py, main.py)</a:t>
            </a:r>
            <a:br/>
            <a:r>
              <a:t>2. Teste d'abord chaque classe séparément</a:t>
            </a:r>
            <a:br/>
            <a:r>
              <a:t>3. Joue une partie complète</a:t>
            </a:r>
            <a:br/>
            <a:r>
              <a:t>4. Améliorations possibles :</a:t>
            </a:r>
            <a:br/>
            <a:r>
              <a:t>   • Afficher le nombre de cartes restantes à chaque tour</a:t>
            </a:r>
            <a:br/>
            <a:r>
              <a:t>   • Limiter à 1000 tours max (sinon boucle infinie)</a:t>
            </a:r>
            <a:br/>
            <a:r>
              <a:t>   • Ajouter des statistiques (tours joués, bataille gagnées par qui)</a:t>
            </a:r>
            <a:br/>
            <a:r>
              <a:t>   • Sauvegarder les scores dans scores.json</a:t>
            </a:r>
            <a:br/>
            <a:r>
              <a:t>   • Permettre de choisir le nombre de joueurs</a:t>
            </a:r>
            <a:br/>
            <a:br/>
            <a:r>
              <a:t>💡 Un jeu de cartes est PARFAIT pour apprendre la POO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POO concrète : Carte, Paquet, Joueur, Jeu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random.shuffle() pour mélanger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__lt__ pour comparer les cartes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Récursivité pour la bataille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Projet modulaire : un fichier par classe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jeu = excellent exercice de programmation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