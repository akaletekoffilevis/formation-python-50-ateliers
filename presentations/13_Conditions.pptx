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Partie 2 - Les Bases de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Les Conditions (if/elif/else)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Prendre des décisions dans le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27432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Cours de Programmation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Comprendre les conditions en programmation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Maîtriser if, elif, else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Utiliser les opérateurs de comparaison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Combiner des conditions avec and, or,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Définition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6B35"/>
                </a:solidFill>
                <a:latin typeface="Calibri"/>
              </a:defRPr>
            </a:pPr>
            <a:r>
              <a:t>Une condition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A0A2E"/>
                </a:solidFill>
                <a:latin typeface="Calibri"/>
              </a:defRPr>
            </a:pPr>
            <a:r>
              <a:t>Une condition permet d'exécuter du code SEULEMENT si quelque chose est vrai. C'est comme un embranchement : selon la réponse, on prend un chemin différent.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89120"/>
            <a:ext cx="8046720" cy="20116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Exemple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A0A2E"/>
                </a:solidFill>
                <a:latin typeface="Calibri"/>
              </a:defRPr>
            </a:pPr>
            <a:r>
              <a:t>SI il pleut ALORS je prends un parapluie</a:t>
            </a:r>
            <a:br/>
            <a:r>
              <a:t>SINON je ne prends rien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Syntaxe de base : if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Structure de base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age = 16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if age &gt;= 18: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print("Tu es majeur")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else: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print("Tu es mineur")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Règles IMPORTANTES 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1. Le : (deux-points) est OBLIGATOIRE après if et else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2. Le bloc indenté (4 espaces) est le corps du if/else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3. Python est très strict sur l'indentation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L'indentation (4 espaces) définit les blocs en Python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elif : plusieurs cas possibles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Avec elif pour plusieurs conditions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note = 15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if note &gt;= 18: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print("Excellent !")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elif note &gt;= 15: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print("Très bien")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elif note &gt;= 12: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print("Bien")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elif note &gt;= 10: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print("Passable")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else: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print("Insuffisant")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Note : elif peut être utilisé autant de fois qu'on veut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Le else est TOUJOURS optionnel à la 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Les conditions sont vérifiées dans L'ORDRE. Dès qu'une est vraie, on sort !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Les opérateurs de comparaison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a == b : a est égal à b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a != b : a est différent de b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a &lt; b : a est strictement inférieur à b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a &lt;= b : a est inférieur ou égal à b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a &gt; b : a est strictement supérieur à b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a &gt;= b : a est supérieur ou égal à b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ATTENTION : ne pas confondre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=  → affectation (met une valeur dans une variable)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== → comparaison (vérifie l'égalité)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Exemple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x = 5       # affectation : x prend la valeur 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x == 5      # comparaison : est-ce que x vaut 5 ? (True)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Conditions combinées : and, or, not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and : les DEUX conditions doivent être vraies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age = 20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if age &gt;= 18 and age &lt;= 25: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print("Tu es dans la tranche 18-25 ans")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or : AU MOINS UNE condition doit être vraie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jour = "Samedi"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if jour == "Samedi" or jour == "Dimanche":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print("C'est le week-end !")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not : INVERSE la condition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est_pluvieux = False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if not est_pluvieux: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print("Pas besoin de parapluie")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Combinaison complexe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age = 17; avec_parent = True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if (age &gt;= 18) or (age &gt;= 16 and avec_parent):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print("Tu peux entrer")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Utilise des parenthèses pour grouper les conditions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Valeurs truthy/falsy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En Python, TOUTE valeur peut être évaluée comme True ou False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Valeurs FALSY (évaluées à False)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False, 0, 0.0, "" (chaîne vide), [] (liste vide)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{} (dictionnaire vide), None, () (tuple vide)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Tout le reste est TRUTHY (évalué à True)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Exemple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nom = input("Ton nom : ")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if nom:   # équivalent à : if nom != ""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print(f"Bonjour {nom}")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else: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print("Tu n'as pas entré de nom !")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 Cette syntaxe est très Pythonique et concise !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Opérateur ternaire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Opérateur ternaire : condition en une ligne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Syntaxe : valeur_si_vrai if condition else valeur_si_faux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age = 16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Version classique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if age &gt;= 18: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statut = "Majeur"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else: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statut = "Mineur"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Version ternaire (équivalente, plus courte)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statut = "Majeur" if age &gt;= 18 else "Mineur"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print(statut)  # Mineur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Utile pour des assignations simples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x = 10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resultat = "Pair" if x % 2 == 0 else "Impair"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print(f"{x} est {resultat}")  # 10 est Pair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Le ternaire est pratique pour les conditions SIMPLES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Exercice : Jeu de combat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A0A2E"/>
                </a:solidFill>
                <a:latin typeface="Calibri"/>
              </a:defRPr>
            </a:pPr>
            <a:r>
              <a:t>Crée un programme de combat simplifié :</a:t>
            </a:r>
            <a:br/>
            <a:r>
              <a:t>1. Le joueur a 100 points de vie</a:t>
            </a:r>
            <a:br/>
            <a:r>
              <a:t>2. Demande : "Quelle attaque ? (1=épée 15dégâts, 2=magie 25, 3=arc 10)"</a:t>
            </a:r>
            <a:br/>
            <a:r>
              <a:t>3. Affiche les dégâts et la vie restante</a:t>
            </a:r>
            <a:br/>
            <a:r>
              <a:t>4. Si vie ≤ 0 → "Game Over"</a:t>
            </a:r>
            <a:br/>
            <a:r>
              <a:t>5. Si vie &gt; 50 → "En forme !"</a:t>
            </a:r>
            <a:br/>
            <a:r>
              <a:t>6. Si vie entre 20 et 50 → "Blessé"</a:t>
            </a:r>
            <a:br/>
            <a:r>
              <a:t>7. Si vie &lt; 20 → "En danger !"</a:t>
            </a:r>
            <a:br/>
            <a:br/>
            <a:r>
              <a:t>BONUS : Ajoute un bouclier qui réduit les dégâts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804672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vie = 100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attaque = int(input("Attaque (1/2/3) : 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degats = 15 if attaque == 1 else 25 if attaque == 2 else 10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vie -= degats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print(f"Dégâts : {degats}, Vie : {vie}")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if vie &lt;= 0: print(" Game Over")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elif vie &gt; 50: print(" En forme !")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elif vie &gt;= 20: print(" Blessé")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else: print(" En danger !")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FF7"/>
                </a:solidFill>
                <a:latin typeface="Calibri"/>
              </a:defRPr>
            </a:pPr>
            <a:r>
              <a:t>Solution 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Ce qu'il faut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if/elif/else selon des conditions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Les deux-points : et l'indentation (4 espaces) sont OBLIGATOIRES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Opérateurs : ==, !=, &lt;, &lt;=, &gt;, &gt;=, and, or, not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Valeurs falsy : 0, "", [], None, False...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Les conditions rendent le code INTELLIGENT 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