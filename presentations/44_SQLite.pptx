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Bases de Données avec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Stocker des données structurées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les bases de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Découvrir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Écrire des requêtes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Intégrer SQLite en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Qu'est-ce qu'une base de données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Une BD = un fichier qui stocke des données structurées de façon OPTIMISÉE.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Fichier JSON vs Base de données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JSON : simple, lisible, mais LENT pour chercher parmi 1M d'entrées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SQLite : rapide, puissant, avec un langage de requête (SQL)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SQLite = base de données FICHIER (pas de serveur)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Intégré dans Python (module sqlite3)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Pas besoin d'installer quoi que ce soit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Un seul fichier .db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Parfait pour les petites applis, prototypes, jeux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Autres BD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MySQL / PostgreSQL : serveur, multi-utilisateurs, production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MongoDB : NoSQL (documents JSON)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On va apprendre les BASES du SQL avec SQLite.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Concepts SQL de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Une BD contient des TABLES (comme des feuilles Excel).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Table UTILISATEURS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┌────┬──────────┬─────────────┐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│ id │  nom     │  email      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├────┼──────────┼─────────────┤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│ 1  │ Alice    │ a@b.com     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│ 2  │ Bob      │ b@c.com     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│ 3  │ Charlie  │ c@d.com     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└────┴──────────┴─────────────┘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Chaque ligne = un enregistrement (record)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Chaque colonne = un champ (field)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id = clé primaire (identifiant unique)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Opérations CRUD en SQL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CREATE → INSERT INTO (ajouter)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READ   → SELECT  (lire)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UPDATE → UPDATE  (modifier)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DELETE → DELETE  (supprimer)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sqlite3 - Premiers 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sqlite3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Connexion (crée le fichier s'il n'existe pas)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 = sqlite3.connect("ma_base.db")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Créer un curseur (pour exécuter des requêtes)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 = conn.cursor()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Créer une 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cur.execute('''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CREATE TABLE IF NOT EXISTS utilisateurs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id INTEGER PRIMARY KEY AUTOINCREMENT,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nom TEXT NOT NULL,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email TEXT UNIQUE,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age INTEGER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''')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Sauvegarder (COMMIT) et fermer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conn.commit()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conn.close()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AUTOINCREMENT = id auto-généré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NOT NULL = champ obligatoire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UNIQUE = pas de doublons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CRUD : INSERT, SELECT, UPDATE, DELETE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 = sqlite3.connect("ma_base.db")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 = conn.cursor()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INSERT - Ajouter des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cur.execute("INSERT INTO utilisateurs (nom, email, age) VALUES (?, ?, ?)",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("Alice", "alice@mail.com", 25))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Le ? évite les injections SQL (NE JAMAIS utiliser f-string)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cur.execute("INSERT INTO utilisateurs VALUES (NULL, ?, ?, ?)", ("Bob", "bob@mail.com", 15))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INSERT multiple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users = [("Charlie","c@mail.com",13), ("David","d@mail.com",14)]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cur.executemany("INSERT INTO utilisateurs VALUES (NULL,?,?,?)", users)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SELECT - Lire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* FROM utilisateurs")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print(cur.fetchall())  # tous les résultats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nom, age FROM utilisateurs WHERE age &gt;= 18")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for row in cur.fetchall():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print(f"{row[0]}: {row[1]} ans")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conn.commit(); conn.close()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Requêtes SELECT avancées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 = sqlite3.connect("ma_base.db")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 = conn.cursor()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Filtrer avec WHERE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* FROM utilisateurs WHERE age &gt; 13")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Trier avec ORDER BY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* FROM utilisateurs ORDER BY age DESC")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Compter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COUNT(*) FROM utilisateurs")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AVG(age) FROM utilisateurs")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Limiter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* FROM utilisateurs LIMIT 2")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LIKE (recherche texte)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cur.execute("SELECT * FROM utilisateurs WHERE nom LIKE ?", ("%li%",))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UPDATE - Modifier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cur.execute("UPDATE utilisateurs SET age = ? WHERE nom = ?", (16, "Alice"))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DELETE - Supprimer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cur.execute("DELETE FROM utilisateurs WHERE nom = ?", ("David",))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conn.commit(); conn.close()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SQLite avec gestionnaire de contexte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sqlite3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Avec 'with', la fermeture est automatique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with sqlite3.connect("ma_base.db") as conn: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cur = conn.cursor()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# On peut aussi accéder aux lignes comme des dictionnaires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conn.row_factory = sqlite3.Row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cur.execute("SELECT * FROM utilisateurs")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for row in cur.fetchall():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print(dict(row))  # {"id":1, "nom":"Alice", ...}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Ou avec une classe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class BaseDonnees: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__init__(self, fichier):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self.conn = sqlite3.connect(fichier)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self.conn.row_factory = sqlite3.Row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requete(self, sql, params=()):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self.conn.execute(sql, params).fetchall()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def fermer(self):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self.conn.close()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bd = BaseDonnees("ma_base.db")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users = bd.requete("SELECT * FROM utilisateurs")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for u in users: print(u["nom"])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bd.fermer()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Gestionnaire de livres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gestionnaire de bibliothèque avec SQLite :</a:t>
            </a:r>
            <a:br/>
            <a:br/>
            <a:r>
              <a:t>1. Crée une table 'livres' avec :</a:t>
            </a:r>
            <a:br/>
            <a:r>
              <a:t>   - id (INTEGER PRIMARY KEY AUTOINCREMENT)</a:t>
            </a:r>
            <a:br/>
            <a:r>
              <a:t>   - titre (TEXT NOT NULL)</a:t>
            </a:r>
            <a:br/>
            <a:r>
              <a:t>   - auteur (TEXT)</a:t>
            </a:r>
            <a:br/>
            <a:r>
              <a:t>   - annee (INTEGER)</a:t>
            </a:r>
            <a:br/>
            <a:r>
              <a:t>   - lu (INTEGER DEFAULT 0)  # 0=non, 1=oui</a:t>
            </a:r>
            <a:br/>
            <a:br/>
            <a:r>
              <a:t>2. Fonctions :</a:t>
            </a:r>
            <a:br/>
            <a:r>
              <a:t>   - ajouter_livre(titre, auteur, annee)</a:t>
            </a:r>
            <a:br/>
            <a:r>
              <a:t>   - lister_tous()</a:t>
            </a:r>
            <a:br/>
            <a:r>
              <a:t>   - chercher_par_titre(mot)</a:t>
            </a:r>
            <a:br/>
            <a:r>
              <a:t>   - marquer_lu(id)</a:t>
            </a:r>
            <a:br/>
            <a:r>
              <a:t>   - statistiques() → nb total, nb lus, %</a:t>
            </a:r>
            <a:br/>
            <a:br/>
            <a:r>
              <a:t>3. Menu console pour tout ça</a:t>
            </a:r>
            <a:br/>
            <a:br/>
            <a:r>
              <a:t>BONUS : Ajoute une table 'genres' et une table de liaison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SQLite = base de données fichier (intégré dans Python)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SQL = Structured Query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CRUD : INSERT, SELECT, UPDATE, 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Toujours utiliser ? pour les paramètres (pas f-string)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conn.commit() pour sauvegarder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Les BD sont INDISPENSABLES pour stocker des données structurées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