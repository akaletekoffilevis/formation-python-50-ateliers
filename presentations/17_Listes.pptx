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Listes (list)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Stocker plusieurs valeurs dans une seule variable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une liste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Créer et manipuler des listes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les méthodes des listes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Parcourir et modifier des listes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Qu'est-ce qu'une liste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liste est une collection ORDONNÉE et MODIFIABLE d'éléments.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Création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liste_vide = []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nombres = [1, 2, 3, 4, 5]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mixte = [42, "Python", True, 3.14]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Caractéristiques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Ordonnée : les éléments ont un ordre défini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Modifiable : on peut ajouter, supprimer, modifier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Hétérogène : différents types dans la même liste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Indexée : on accède par position (index)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Accepte les doublons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Accéder aux éléments (indexation)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 = ["pomme", "banane", "cerise", "datte", "figue"]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Index positif (0 = premier)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print(fruits[0])    # pomme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print(fruits[2])    # cerise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print(fruits[-1])   # figue (dernier)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print(fruits[-2])   # datte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Slicing (tranches)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print(fruits[1:3])   # ['banane', 'cerise']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print(fruits[:3])    # ['pomme', 'banane', 'cerise']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print(fruits[2:])    # ['cerise', 'datte', 'figue']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print(fruits[::-1])  # inversé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Modifier un élément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fruits[1] = "mangue"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print(fruits)  # ['pomme', 'mangue', 'cerise', 'datte', 'figue']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L'indexation et le slicing sont les mêmes que pour les chaînes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Méthodes principales des listes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 = ["pomme", "banane"]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AJOUTER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fruits.append("cerise")    # à la fin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fruits.insert(1, "mangue") # à l'index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fruits.extend(["kiwi", "datte"])  # plusieurs à la fin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SUPPRIMER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fruits.remove("banane")    # supprime le premier trouvé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dernier = fruits.pop()     # supprime et retourne le dernier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del fruits[1]              # supprime l'index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TRIER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 = [3, 1, 4, 1, 5, 9]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nombres.sort()            # [1, 1, 3, 4, 5, 9] (sur place)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nombres.sort(reverse=True) # [9, 5, 4, 3, 1, 1]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liste_triee = sorted(nombres)  # nouvelle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sort() modifie sur place, sorted() retourne une nouvelle liste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Parcourir et chercher dans une liste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 = [10, 20, 30, 40, 50]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Parcourir les éléments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n in nombres: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print(n, end=" ")  # 10 20 30 40 50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enumerate()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i, n in enumerate(nombres):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print(f"Index {i} : {n}")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Vérifier la présence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30 in nombres: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print("30 est dans la liste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4. Trouver l'index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print(nombres.index(30))  # 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5. Longueur, min, max, somme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print(len(nombres))     #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print(min(nombres))     #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print(max(nombres))     # 50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print(sum(nombres))     # 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len(), min(), max(), sum() sont des fonctions intégrées très utiles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Copie de listes - Attention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PIÈGE CLASSIQUE : copier une liste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Mauvaise façon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liste1 = [1, 2, 3]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 = liste1          # NON ! Ce n'est PAS une copie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liste2.append(4)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print(liste1)  # [1, 2, 3, 4]  ← modifié aussi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Pourquoi ? liste1 et liste2 pointent vers LA MÊME liste.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Bonnes façons de copier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 = liste1.copy()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 = list(liste1)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 = liste1[:]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 les listes imbriquées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import copy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liste2 = copy.deepcopy(liste1)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Gestion de liste de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qui gère une liste de notes :</a:t>
            </a:r>
            <a:br/>
            <a:r>
              <a:t>1. Crée une liste avec quelques notes (sur 20)</a:t>
            </a:r>
            <a:br/>
            <a:r>
              <a:t>2. Affiche : nombre, note min, note max, moyenne</a:t>
            </a:r>
            <a:br/>
            <a:r>
              <a:t>3. Ajoute une nouvelle note saisie par l'utilisateur</a:t>
            </a:r>
            <a:br/>
            <a:r>
              <a:t>4. Supprime la première note</a:t>
            </a:r>
            <a:br/>
            <a:r>
              <a:t>5. Affiche toutes les notes triées du meilleur au pire</a:t>
            </a:r>
            <a:br/>
            <a:r>
              <a:t>6. Affiche les notes au-dessus de 10</a:t>
            </a:r>
            <a:br/>
            <a:br/>
            <a:r>
              <a:t>BONUS : Calcule la médiane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notes = [12, 15, 8, 19, 10, 14, 6]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print(f"Notes : {notes}")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print(f"Nb : {len(notes)}")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print(f"Min: {min(notes)}, Max: {max(notes)}")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print(f"Moyenne: {sum(notes)/len(notes):.2f}")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notes.append(int(input("Nouvelle note : ")))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notes.pop(0)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print(f"Triées: {sorted(notes, reverse=True)}")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print(f"+10 : {[n for n in notes if n &gt; 10]}")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Une liste est une collection ORDONNÉE et MODIFIABLE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Accès par index (0, 1, 2...) ou slicing ([:])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Méthodes : append, insert, remove, pop, sort, clear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len(), min(), max(), sum() sont des fonctions intégrées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Attention : l'assignation (list2 = list1) ne copie PAS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