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1 - Culture Informatique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C'est quoi l'informatique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Histoire, importance et impact dans notre quotidien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 - Fondamentaux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ce qu'est l'informatique simplement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Découvrir l'histoire des ordinateurs (des machines géantes aux smartphones)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pourquoi l'informatique est partout autour de nous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Se motiver pour apprendre la programmation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C'est quoi l'informatique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Définition simple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L'informatique = INFORMATION + AUTOMATIQUE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C'est la science du traitement automatique de l'information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Ça inclut 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Les ordinateurs (PC, Mac, etc.)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Les smartphones et tablettes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Internet et les sites web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Les jeux vidéo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Les applications (Instagram, TikTok, WhatsApp...)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Les voitures modernes, les robots, l'IA...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💡 En gros : tout ce qui utilise un processeur pour traiter des données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Un peu d'histoire - Les débuts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1940s : Les premiers ordinateurs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ENIAC (1945) : 30 tonnes, 167 m², 17 468 tubes à vide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Il occupait une pièce entière et consommait autant qu'une petite ville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1960s : Les transistors et circuits intégrés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ordinateurs deviennent plus petits et plus fiables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Invention du microprocesseur (Intel 4004, 1971)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1970s-80s : L'ère des ordinateurs personnels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Apple II (1977), IBM PC (1981), Commodore 64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ordinateurs arrivent dans les maisons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L'évolution rapide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1990s : Internet et le Web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World Wide Web inventé par Tim Berners-Lee en 1989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ordinateurs se connectent entre eux → révolution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2000s : L'ère mobile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Smartphones (iPhone 2007), tablettes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L'informatique devient portable et omniprésente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2010s-2020s : Intelligence Artificielle et Cloud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IA, Machine Learning, ChatGPT, assistants vocaux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 cloud computing, le streaming (Netflix, Spotify)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Aujourd'hui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Plus de 5 milliards d'internautes dans le monde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L'informatique est dans toutes les industries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Pourquoi l'informatique est partout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Dans la vie quotidienne 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Communication : SMS, emails, réseaux sociaux, visioconférence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Divertissement : Netflix, YouTube, jeux vidéo, musique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Éducation : cours en ligne, recherche, outils scolaires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Santé : dossiers médicaux, imagerie, robots chirurgicaux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Transports : GPS, billets, voitures autonomes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Commerce : Amazon, paiements en ligne, banque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Travail : ordinateurs, logiciels, réunions à distance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🔑 L'informatique est devenue aussi importante que l'écriture ou le calcul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Les métiers de l'informatique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Développeur / Programmeur : crée des logiciels, sites web, applications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Ingénieur réseau : gère les connexions entre ordinateurs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Data Scientist : analyse des données pour en tirer des informations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Cybersécurité : protège les systèmes contre les pirates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Designer UX/UI : conçoit l'apparence et l'ergonomie des interfaces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Administrateur système : gère les serveurs et infrastructures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Chef de projet tech : organise le travail des équipes techniques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🎯 Et toi, quel domaine te fait rêver 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6B35"/>
                </a:solidFill>
                <a:latin typeface="Calibri"/>
              </a:defRPr>
            </a:pPr>
            <a:r>
              <a:t>Programmer, c'est quoi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A0A2E"/>
                </a:solidFill>
                <a:latin typeface="Calibri"/>
              </a:defRPr>
            </a:pPr>
            <a:r>
              <a:t>Programmer = donner des instructions à un ordinateur pour qu'il exécute une tâche.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8046720" cy="20116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Exemple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A0A2E"/>
                </a:solidFill>
                <a:latin typeface="Calibri"/>
              </a:defRPr>
            </a:pPr>
            <a:r>
              <a:t>Comme une recette de cuisine : tu donnes des étapes précises dans l'ordre pour obtenir un résultat. L'ordinateur suit scrupuleusement tes instructions 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L'informatique est la science du traitement automatique de l'information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Elle a évolué des énormes machines des années 40 aux smartphones d'aujourd'hui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L'informatique est présente dans tous les aspects de notre vie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Programmer = donner des instructions à un ordinateur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C'est une compétence super utile et recherchée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