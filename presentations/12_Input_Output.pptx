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Input /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Interagir avec l'utilisateur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Maîtriser input() pour récupérer des saisies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Formater l'affichage avec print()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la conversion des types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Créer des programmes interactifs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input() - Récupérer une saisie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La fonction input() permet de demander quelque chose à l'utilisateur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prenom = input("Quel est ton prénom ? 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print(f"Bonjour {prenom} !")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Ce qui se passe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1. Le programme affiche le message (optionnel)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2. Il attend que l'utilisateur tape quelque chose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3. Il appuie sur Entrée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4. input() retourne ce qui a été tapé (en chaîne)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CRUCIAL : input() retourne TOUJOURS une chaîne (str)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Même si tu tapes un nombre, c'est une chaîne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Il faut CONVERTIR avec int() ou float() pour faire des calculs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Input avec conversion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Problème : input retourne toujours du texte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input("Quel est ton âge ?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print(age + 1)   # ERREUR : str + int impossible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Solution : convertir avec int() ou float()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int(input("Quel est ton âge ?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print(f"L'an prochain, tu auras {age + 1} ans")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Pour les nombres décimaux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note = float(input("Ta note sur 20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print(f"Tu as {note * 5} sur 100")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Gérer les erreurs de saisie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age = int(input("Âge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except ValueError: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print("Ce n'est pas un nombre valide 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Toujours penser à convertir ! input() → str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print() avancé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print peut accepter plusieurs arguments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Séparateur personnalisé (sep)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print("a", "b", "c")                    # a b c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print("a", "b", "c", sep="-")          # a-b-c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print("a", "b", "c", sep=", ")          # a, b, c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Fin de ligne personnalisée (end)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print("Bonjour", end="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print("Lucas")                       # Bonjour Lucas (sur la même ligne)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Saut de ligne dans le texte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print("Ligne 1\nLigne 2\nLigne 3")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sep et end sont très utiles pour formater joliment l'affichage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Les f-strings avancées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Formatage avancé avec les f-strings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prix = 49.5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taux = 0.076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Formatage des nombres décimaux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print(f"Prix : {prix:.2f} €")        # Prix : 49.50 €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print(f"Taux : {taux:.1%}")          # Taux : 7.6%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Alignement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print(f"|{'gauche':&lt;10}|")  # |gauche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print(f"|{'droite':&gt;10}|")  # |    droite|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print(f"|{'centre':^10}|")  # |  centre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Grands nombres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print(f"{1000000:,}")        # 1,000,000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print(f"{1000000:_}")        # 1_000_000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Expressions dans les f-strings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x, y = 5, 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print(f"{x} + {y} = {x + y}")  # 5 + 3 =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Les f-strings sont extrêmement puissantes pour formater l'affichage proprement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Questionnaire interactif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programme qui :</a:t>
            </a:r>
            <a:br/>
            <a:r>
              <a:t>1. Demande le prénom et l'âge de l'utilisateur</a:t>
            </a:r>
            <a:br/>
            <a:r>
              <a:t>2. Demande sa couleur préférée</a:t>
            </a:r>
            <a:br/>
            <a:r>
              <a:t>3. Demande un nombre</a:t>
            </a:r>
            <a:br/>
            <a:r>
              <a:t>4. Affiche un récapitulatif formaté :</a:t>
            </a:r>
            <a:br/>
            <a:r>
              <a:t>   "Bonjour [Prénom] ! Tu as [âge] ans."</a:t>
            </a:r>
            <a:br/>
            <a:r>
              <a:t>5. Calcule l'année de naissance</a:t>
            </a:r>
            <a:br/>
            <a:br/>
            <a:r>
              <a:t>BONUS : Ajoute un cadre décoratif autour du message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prenom = input("Prénom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age = int(input("Âge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couleur = input("Couleur préférée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nb = float(input("Un nombre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annee = 2025 - age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print("=" * 40)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print(f"Bonjour {prenom}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print(f"Tu as {age} ans (né(e) en {annee})")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print(f"Couleur : {couleur}")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print(f"Double de {nb} = {nb * 2}")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print("=" * 40)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input() récupère la saisie utilisateur (toujours en str)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int(input()) ou float(input()) pour les nombres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print() accepte sep, end pour personnaliser l'affichage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f-strings (f"...") formatent joliment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programmes deviennent INTERACTIFS grâce à input()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