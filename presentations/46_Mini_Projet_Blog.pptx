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5 - Projets Avancés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Mini-Projet : Blog avec Flask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Articles, base de données et templates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Créer une app web complète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Combiner Flask + 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Implémenter CRUD pour des articles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Bootstrap pour le style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Le projet : Mini Blog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On va créer un blog minimaliste mais fonctionnel.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Fonctionnalités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LISTER les articles (page d'accueil)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VOIR un article en détail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AJOUTER un nouvel article (formulaire)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MODIFIER un article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SUPPRIMER un article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Pas d'authentification (pour l'instant)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Utilisation de Bootstrap (CSS) pour un rendu moderne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Structure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blog/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.venv/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app.py           # Application Flask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templates/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  ├── base.html     # Layout commun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  ├── index.html    # Liste des articles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  ├── article.html  # Un article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  ├── edit.html     # Formulaire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└── static/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└── style.css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app.py - La base de données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sqlite3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flask import Flask, render_template, request, redirect, url_for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app = Flask(__name__)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get_db():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conn = sqlite3.connect("blog.db")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conn.row_factory = sqlite3.Row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conn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init_db():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with get_db() as db: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db.execute('''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CREATE TABLE IF NOT EXISTS articles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    id INTEGER PRIMARY KEY AUTOINCREMENT,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    titre TEXT NOT NULL,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    contenu TEXT NOT NULL,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    date_creation TIMESTAMP DEFAULT CURRENT_TIMESTAMP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''')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init_db()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app.py - Les routes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index():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with get_db() as db: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articles = db.execute("SELECT * FROM articles ORDER BY date_creation DESC").fetchall()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render_template("index.html", articles=articles)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@app.route("/article/&lt;int:id&gt;")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article(id):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with get_db() as db: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art = db.execute("SELECT * FROM articles WHERE id=?", (id,)).fetchone()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render_template("article.html", art=art)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@app.route("/nouveau", methods=["GET", "POST"])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nouveau():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if request.method == "POST":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titre = request.form["titre"]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contenu = request.form["contenu"]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with get_db() as db: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db.execute("INSERT INTO articles (titre, contenu) VALUES (?,?)", (titre, contenu))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redirect(url_for("index"))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render_template("edit.html", art=None)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@app.route("/supprimer/&lt;int:id&gt;")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supprimer(id):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with get_db() as db: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db.execute("DELETE FROM articles WHERE id=?", (id,))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redirect(url_for("index"))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base.html et index.html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&lt;!-- templates/base.html --&gt;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&lt;!DOCTYPE html&gt;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&lt;html lang="fr"&gt;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&lt;head&gt;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&lt;meta charset="UTF-8"&gt;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&lt;title&gt;{% block title %}Mon Blog{% endblock %}&lt;/title&gt;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&lt;link href="https://cdn.jsdelivr.net/npm/bootstrap@5.3.0/dist/css/bootstrap.min.css" rel="stylesheet"&gt;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&lt;/head&gt;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&lt;body class="bg-dark text-light"&gt;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&lt;nav class="navbar navbar-dark bg-primary"&gt;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&lt;div class="container"&gt;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&lt;a class="navbar-brand" href="/"&gt;📝 Mon Blog&lt;/a&gt;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&lt;/div&gt;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&lt;/nav&gt;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&lt;div class="container mt-4"&gt;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{% block content %}{% endblock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&lt;/div&gt;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&lt;/body&gt;&lt;/html&gt;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&lt;!-- templates/index.html --&gt;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extends "base.html"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block content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&lt;h1&gt;Articles&lt;/h1&gt;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&lt;a href="/nouveau" class="btn btn-success mb-3"&gt;+ Nouvel article&lt;/a&gt;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for art in articles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&lt;div class="card bg-secondary mb-3"&gt;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&lt;div class="card-body"&gt;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&lt;h5 class="card-title"&gt;{{ art.titre }}&lt;/h5&gt;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&lt;p class="card-text"&gt;{{ art.contenu[:100] }}...&lt;/p&gt;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&lt;a href="/article/{{ art.id }}" class="btn btn-primary"&gt;Lire&lt;/a&gt;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&lt;a href="/supprimer/{{ art.id }}" class="btn btn-danger"&gt;Suppr&lt;/a&gt;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&lt;/div&gt;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&lt;/div&gt;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endfor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endblock %}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article.html et edit.html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&lt;!-- templates/article.html --&gt;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extends "base.html"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block content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&lt;h1&gt;{{ art.titre }}&lt;/h1&gt;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&lt;p class="text-muted"&gt;{{ art.date_creation }}&lt;/p&gt;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&lt;hr&gt;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&lt;p&gt;{{ art.contenu }}&lt;/p&gt;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&lt;a href="/" class="btn btn-secondary"&gt;← Retour&lt;/a&gt;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endblock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&lt;!-- templates/edit.html --&gt;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extends "base.html"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block content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&lt;h1&gt;{% if art %}Modifier{% else %}Nouvel article{% endif %}&lt;/h1&gt;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&lt;form method="POST"&gt;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&lt;div class="mb-3"&gt;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&lt;label&gt;Titre&lt;/label&gt;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&lt;input name="titre" class="form-control" value="{{ art.titre if art else "" }}"&gt;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&lt;/div&gt;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&lt;div class="mb-3"&gt;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&lt;label&gt;Contenu&lt;/label&gt;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&lt;textarea name="contenu" class="form-control" rows="10"&gt;{{ art.contenu if art else "" }}&lt;/textarea&gt;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&lt;/div&gt;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&lt;button type="submit" class="btn btn-primary"&gt;Sauvegarder&lt;/button&gt;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&lt;/form&gt;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{% endblock %}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Blog amélioré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Étapes :</a:t>
            </a:r>
            <a:br/>
            <a:r>
              <a:t>1. Reproduis le code du blog complet</a:t>
            </a:r>
            <a:br/>
            <a:r>
              <a:t>2. Lance-le : python app.py</a:t>
            </a:r>
            <a:br/>
            <a:r>
              <a:t>3. Crée 3 articles</a:t>
            </a:r>
            <a:br/>
            <a:r>
              <a:t>4. Améliorations possibles :</a:t>
            </a:r>
            <a:br/>
            <a:r>
              <a:t>   • Modifier un article (route /editer/&lt;id&gt;)</a:t>
            </a:r>
            <a:br/>
            <a:r>
              <a:t>   • Ajouter une barre de recherche</a:t>
            </a:r>
            <a:br/>
            <a:r>
              <a:t>   • Ajouter des catégories / tags</a:t>
            </a:r>
            <a:br/>
            <a:r>
              <a:t>   • Ajouter des commentaires (nouvelle table + formulaire)</a:t>
            </a:r>
            <a:br/>
            <a:r>
              <a:t>   • Ajouter un compteur de vues</a:t>
            </a:r>
            <a:br/>
            <a:r>
              <a:t>   • Tronquer le contenu dans la liste (déjà fait avec [:100])</a:t>
            </a:r>
            <a:br/>
            <a:br/>
            <a:r>
              <a:t>BONUS : Ajoute l'authentification avec flask-login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Blog Flask complet : CRUD d'articles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SQLite pour la persistance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Bootstrap pour le style sans effort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Jinja2 pour les templates dynamiques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Architecture : routes → BD → templates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Un blog est le "Hello World" des apps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