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Programmation Orientée Objet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Classes et Objets en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 concept d'objet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une classe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__init__ et 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Définir des méthodes et attributs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Qu'est-ce qu'un objet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Jusqu'à présent : programmation PROCÉDURALE (fonctions + données)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Données = variables classiques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Fonctions = opérations sur les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Avec la POO, on regroupe données ET fonctions dans un OBJET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🎯 Un objet = une « chose » qui a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des ATTRIBUTS (caractéristiques, données)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des MÉTHODES (actions, fonctions)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Exemples concrets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Chien : nom, âge, race / aboyer(), manger(), dormir()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Voiture : marque, couleur, vitesse / demarrer(), freiner(), klaxonner()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CompteBancaire : solde, titulaire / deposer(), retirer(), afficher()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Une CLASSE = le plan/blueprint. Un OBJET = une instance du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Créer une classe - Syntaxe de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Définir une classe (convention : Nom en PascalCase)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Chien: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pass  # classe vide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Créer un objet (instance)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mon_chien = Chien()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print(type(mon_chien))  # &lt;class '__main__.Chien'&gt;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Ajouter des attributs (peu pratique)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mon_chien.nom = "Rex"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mon_chien.age =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MÉTHODE 1 : définir dans la classe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Chien: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aboyer(self):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print("Woof!")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 = Chien()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rex.aboyer()  # Woof!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Le constructeur __init__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__init__ s'exécute AUTOMATIQUEMENT à la création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Chien: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nom, age, race):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self.nom = nom     # attribut d'instance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self.age = 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self.race = race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aboyer(self):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print(f"{self.nom} dit: Woof!")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presentation(self):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print(f"Je suis {self.nom}, un {self.race} de {self.age} ans")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Création d'objets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 = Chien("Rex", 3, "Berger")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luna = Chien("Luna", 1, "Labrador")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rex.aboyer()  # Rex dit: Woof!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luna.presentation()  # Je suis Luna, un Labrador de 1 ans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self = l'objet lui-même (comme "moi" pour l'objet)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Attributs et Méthodes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Types d'attributs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Attributs d'instance : propres à chaque objet (self.nom)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Attributs de classe : partagés par tous les objets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class Chien: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espece = "Canis familiaris"  # attribut de classe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def __init__(self, 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  self.nom = nom  # attribut d'instance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rex = Chien("Rex"); luna = Chien("Luna")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print(rex.espece)  # Canis familiaris (commun)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print(rex.nom)     # Rex (propre)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Types de méthodes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Méthodes d'instance : prennent self, agissent sur l'objet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Méthodes de classe (@classmethod) : prennent cls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Méthodes statiques (@staticmethod) : ni self ni cls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Exemple complet : CompteBancaire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CompteBancaire: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"""Représente un compte en banque."""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frais_retrait = 0.50  # attribut de classe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nb_comptes = 0  # compteur 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titulaire, solde=0):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self.titulaire = titulaire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self.solde = solde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self.operations = []  # historique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CompteBancaire.nb_comptes +=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deposer(self, montant):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self.solde += montant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self.operations.append(f"+{montant}")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print(f"Déposé {montant}€")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retirer(self, montant):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total = montant + CompteBancaire.frais_retrait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total &gt; self.solde: return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self.solde -=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self.operations.append(f"-{montant} (frais 0.50)")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afficher(self):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print(f"{self.titulaire}: {self.solde}€")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 = CompteBancaire("Alice", 100)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c.deposer(50); c.retirer(20); c.afficher()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Méthodes magiques __str__ et __repr__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Livre: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titre, auteur):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self.titre = titre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self.auteur = auteur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__str__(self):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f"{self.titre} par {self.auteur}"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__repr__(self):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f"Livre({self.titre!r}, {self.auteur!r})"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 = Livre("1984", "Orwell")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print(str(l))    # 1984 par Orwell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print(repr(l))   # Livre('1984', 'Orwell')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Autres méthodes magiques utiles: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__len__(self)  → len(objet)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__add__(self, other)  → objet1 + objet2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__eq__(self, other)  → objet1 == objet2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__lt__(self, other)  → objet1 &lt; objet2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Classe Étudiant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une classe Etudiant avec :</a:t>
            </a:r>
            <a:br/>
            <a:r>
              <a:t>  • Attributs : nom, age, note (liste de notes)</a:t>
            </a:r>
            <a:br/>
            <a:r>
              <a:t>  • Méthodes :</a:t>
            </a:r>
            <a:br/>
            <a:r>
              <a:t>    - ajouter_note(note) → ajoute une note (0-20)</a:t>
            </a:r>
            <a:br/>
            <a:r>
              <a:t>    - moyenne() → retourne la moyenne</a:t>
            </a:r>
            <a:br/>
            <a:r>
              <a:t>    - mention() → "Excellent"(≥17), "Bien"(≥15), "Assez bien"(≥13), "Passable"(≥11), "Insuffisant"</a:t>
            </a:r>
            <a:br/>
            <a:r>
              <a:t>    - __str__() → affiche "nom: moy/20 (mention)"</a:t>
            </a:r>
            <a:br/>
            <a:br/>
            <a:r>
              <a:t>Puis :</a:t>
            </a:r>
            <a:br/>
            <a:r>
              <a:t>  • Crée 3 étudiants</a:t>
            </a:r>
            <a:br/>
            <a:r>
              <a:t>  • Ajoute des notes à chacun</a:t>
            </a:r>
            <a:br/>
            <a:r>
              <a:t>  • Affiche le meilleur étudiant</a:t>
            </a:r>
            <a:br/>
            <a:r>
              <a:t>  • Affiche la moyenne de la classe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Classe = plan, Objet = réalisation concrète (instance)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__init__ = constructeur, s'exécute à la création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self = l'objet lui-même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Attribut d'instance = self.x, Attribut de classe = Classe.x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Méthodes = fonctions attachées à un objet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__str__ = représentation lisible, __repr__ = représentation technique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3093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355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La POO organise le code en entités du monde réel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