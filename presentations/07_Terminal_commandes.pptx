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Premier contact avec le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Les commandes essentielles pour naviguer comme un 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ce qu'est un terminal (shell)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les commandes de base pour se déplacer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créer, copier, déplacer et supprimer des fichiers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Se sentir à l'aise dans le terminal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Le Terminal (ou Shell)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Le terminal est une interface en texte où tu tapes des commandes pour interagir avec l'ordinateur. C'est plus puissant que la souris pour beaucoup de tâches.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💡 Terminal = interface en mode texte</a:t>
            </a:r>
            <a:br/>
            <a:r>
              <a:t>🐚 Shell = le programme qui interprète tes commandes (bash, zsh, PowerShell)</a:t>
            </a:r>
            <a:br/>
            <a:r>
              <a:t>📟 Console = l'écran où ça s'affiche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Ouvrir le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Sur Windows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Ouvre VS Code, puis Terminal → Nouveau terminal (ou Ctrl+ù)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peux aussi ouvrir PowerShell/CMD directement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Sur macOS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Terminal (ou iTerm2) dans Applications/Utilitaires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Sur Linux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Ctrl+Alt+T ou chercher "Terminal" dans les applications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L'invite de commande (prompt)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Quand tu ouvres le terminal, tu vois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tonutilisateur@ordinateur:~$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$ (ou &gt; sur Windows) signifie que le terminal t'attend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~ signifie que tu es dans ton dossier personnel (home)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Se déplacer dans les dossiers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Afficher le dossier actuel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pwd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→ /home/tom/Documents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Lister les fichiers et dossiers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→ Documents  Images  Musique  test.py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Se déplacer dans un dossier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cd Documents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Revenir au dossier parent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cd 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Aller directement dans un sous-dossier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cd Documents/Projets/Python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Revenir au dossier personnel (home)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cd ~   (ou juste cd)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pwd = print working directory</a:t>
            </a:r>
            <a:br/>
            <a:r>
              <a:t>ls = list</a:t>
            </a:r>
            <a:br/>
            <a:r>
              <a:t>cd = change directory</a:t>
            </a:r>
            <a:br/>
            <a:r>
              <a:t>Utilise la touche Tab pour l'autocomplétion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Créer et manipuler des fichiers/dossiers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Créer un dossier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mkdir projet_python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Créer un fichier vide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touch mon_fichier.py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Copier un fichier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cp mon_fichier.py copie.py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Déplacer / Renommer un fichier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mv mon_fichier.py ../autre_dossier/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mv ancien_nom.py nouveau_nom.py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Supprimer un fichier (attention !)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rm fichier_a_supprimer.txt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Supprimer un dossier et tout son contenu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rm -rf dossier_a_supprimer/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⚠️  ATTENTION : rm -rf supprime définitivement, sans passer par la corbeille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Lire et écrire dans des fichiers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le contenu d'un fichier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cat mon_fichier.py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le contenu page par page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less mon_fichier.py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(appuie sur q pour quitter)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les premières lignes (10 par défaut)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head mon_fichier.py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les dernières lignes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tail mon_fichier.py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Chercher un mot dans un fichier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grep "mot_recherche" mon_fichier.py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Compter les lignes, mots, caractères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wc mon_fichier.py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Toutes ces commandes sont essentielles pour un développeur !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Commandes système utiles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Effacer l'écran du terminal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clear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la date et l'heure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qui est connecté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whoami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les processus en cours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l'espace disque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df -h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l'arborescence d'un dossier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ls -R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(affiche TOUS les sous-dossiers récursivement)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Voir les fichiers cachés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ls 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💡 💡 Sur Windows, certaines commandes diffèrent. Dans VS Code, le terminal PowerShell accepte dir au lieu de 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options des commandes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La plupart des commandes acceptent des OPTIONS (flags)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Structure : commande -option(s) argument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ls → liste simple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ls -l → liste détaillée (avec permissions, taille, date)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ls -a → liste TOUS les fichiers (y compris cachés)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ls -la → combine -l et -a (liste détaillée de tous les fichiers)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ls -lh → liste détaillée avec tailles lisibles (Ko, Mo)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Commandes avec plusieurs options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rm -rf dossier/   (-r = récursif, -f = force)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cp -r dossier/ backup/   (-r = copie récursive pour les dossiers)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ls --help ou man ls → affiche toutes les options d'une commande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raccourcis clavier du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Raccourcis INDISPENSABLES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↑ / ↓ : parcourir l'historique des commandes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Tab : autocomplétion (magique ! tape le début et appuie sur Tab)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Ctrl+C : annuler la commande en cours / arrêter un programme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Ctrl+D : fermer le terminal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Ctrl+L : effacer l'écran (comme clear)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Ctrl+Shift+C : copier (dans le terminal)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Ctrl+Shift+V : coller (dans le terminal)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Ctrl+A : aller au début de la ligne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Ctrl+E : aller à la fin de la ligne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Ctrl+U : effacer toute la ligne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Ctrl+W : effacer le mot avant le curseur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Ces raccourcis te feront gagner BEAUCOUP de temps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 terminal permet d'interagir avec l'ordinateur via des commandes textuelles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pwd, ls, cd sont les commandes de base pour se déplacer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mkdir, touch, cp, mv, rm créent/copient/déplacent/suppriment des fichiers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cat, less, head, tail permettent de lire des fichiers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options (-l, -a, -r, -f, -h) modifient le comportement des commandes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Tab = autocomplétion, ↑/↓ = historique, Ctrl+C = annuler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Entraîne-toi, le terminal deviendra ton meilleur ami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