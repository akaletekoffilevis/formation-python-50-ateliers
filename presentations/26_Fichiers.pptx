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3 - Fonctions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Lecture et Écriture de Fichiers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Sauvegarder et lire des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comment ouvrir un fichier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Lire un fichier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Écrire dans un fichier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le context manager (with)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Pourquoi des fichiers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Jusqu'à présent, les données sont PERDUES quand le programme s'arrête.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fichiers permettent de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SAUVEGARDER des données entre les exécutions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LIRE des données existantes (configs)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EXPORTER des résultats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CRÉER des logs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Modes d'ouverture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"r" : read (lecture) - mode par défaut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"w" : write (écriture) - ÉCRASE le fichier s'il existe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"a" : append (ajout) - AJOUTE à la fin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"x" : exclusive - crée nouveau fichier (erreur si existe)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Ouvrir et lire un fichier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Méthode 1 : open() / close() (risque d'oubli)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fichier = open("mon_fichier.txt", "r", encoding="utf-8")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contenu = fichier.read()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fichier.close()  # IMPORTANT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Méthode 2 : with (RECOMMANDÉE) - fermeture auto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with open("mon_fichier.txt", "r", encoding="utf-8") as f: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contenu = f.read()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print(contenu)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Fermé automatiquement après le bloc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Différentes façons de lire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with open("fichier.txt", "r") as f: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contenu = f.read()          # tout en une string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ligne = f.readline()        # une seule ligne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lignes = f.readlines()      # toutes les lignes dans une liste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# Parcourir ligne par ligne (recommandé)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for ligne in f: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print(ligne.strip())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Toujours utiliser with open(...) as f: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Écrire dans un fichier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Écrire (mode 'w' = write, écrase le fichier)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with open("sortie.txt", "w", encoding="utf-8") as f: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f.write("Première ligne\n")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f.write("Deuxième ligne\n")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Ajouter (mode 'a' = append)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with open("log.txt", "a", encoding="utf-8") as f: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f.write("Nouvelle entrée\n")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Écrire une liste de lignes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lignes = ["Ligne 1\n", "Ligne 2\n", "Ligne 3\n"]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with open("multi.txt", "w") as f: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f.writelines(lignes)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Vérifier avant d'écraser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import os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if not os.path.exists("important.txt"):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with open("important.txt", "w") as f: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f.write("Données importantes")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encoding="utf-8" pour gérer les accents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Travailler avec des chemins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from pathlib import Path  # Solution moderne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pathlib (RECOMMANDÉ)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dossier = Path("mes_donnees")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dossier.mkdir(exist_ok=True)  # crée le dossier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fichier = dossier / "data.txt"  # utilise / pour les chemins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fichier.write_text("Hello depuis pathlib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print(fichier.read_text())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Lister les fichiers .txt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for p in Path(".").glob("*.txt"):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print(p.name)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os.path (ancienne méthode)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import os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print(os.getcwd())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print(os.path.exists("test.txt"))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print(os.path.isfile("test.txt"))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pathlib est plus moderne et plus facile que os.path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Journal personnel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un journal personnel :</a:t>
            </a:r>
            <a:br/>
            <a:r>
              <a:t>1. Demande une entrée à l'utilisateur</a:t>
            </a:r>
            <a:br/>
            <a:r>
              <a:t>2. Sauvegarde chaque entrée avec date et heure</a:t>
            </a:r>
            <a:br/>
            <a:r>
              <a:t>3. Propose d'afficher toutes les entrées passées</a:t>
            </a:r>
            <a:br/>
            <a:r>
              <a:t>4. Propose de chercher un mot dans le journal</a:t>
            </a:r>
            <a:br/>
            <a:r>
              <a:t>5. Compte le nombre d'entrées total</a:t>
            </a:r>
            <a:br/>
            <a:br/>
            <a:r>
              <a:t>BONUS : Crée un fichier différent par mois (janvier.txt, février.txt...)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from datetime import datetime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fichier = "journal.txt"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action = input("1=Écrire 2=Lire 3=Chercher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action == "1":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entree = input("Aujourd'hui...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with open(fichier, "a", encoding="utf-8") as f: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f.write(f"[{datetime.now():%d/%m/%Y %H:%M}] {entree}\n")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print("Sauvegardé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action == "2":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with open(fichier, "r", encoding="utf-8") as f: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print(f.read())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Ouvrir un fichier : open() avec 'r' (lecture), 'w' (écriture), 'a' (ajout)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Toujours utiliser with open(...) as f: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Lire : read(), readline(), readlines(), ou for ligne in f: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Écrire : write() et writelines()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pathlib est la méthode moderne pour gérer les chemins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fichiers RENDENT LES DONNÉES PERMANENTES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