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3 - Fonctions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Fonctions - Paramètres Avancés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Paramètres par défaut, *args, **kwargs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Maîtriser les paramètres par défaut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Arguments positionnels et nommés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*args pour nombre variable d'arguments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**kwargs pour arguments nommés variables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Paramètres par défaut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On peut donner des valeurs par défaut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saluer(prenom, message="Bonjour"):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print(f"{message}, {prenom} !")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saluer("Lucas")           # Bonjour, Lucas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saluer("Lucas", "Salut")  # Salut, Lucas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Règle : paramètres avec défaut APRÈS ceux sans défaut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❌ def exemple(a=1, b):  # ERREUR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✅ def exemple(b, a=1):  # OK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Attention aux MUTABLES par défaut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def ajouter(element, liste=[]):  # PIÈGE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liste.append(element); return liste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print(ajouter(1))  # [1]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print(ajouter(2))  # [1, 2] → PARTAGÉ !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Solution : def ajouter(element, liste=None):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if liste is None: liste = []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Arguments positionnels vs nommés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Arguments POSITIONNELS (dans l'ordre)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profil(nom, age, ville):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print(f"{nom}, {age} ans, {ville}")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profil("Utilisateur", 25, "Paris")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Arguments NOMMÉS (keyword arguments)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profil(age=25, nom="Utilisateur", ville="Paris")  # ordre libre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Mélange : positionnels D'ABORD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profil("Utilisateur", ville="Paris", age=25)  # OK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profil(nom="Utilisateur", 25, "Paris")  # ERREUR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Utilité : rend le code plus lisible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configurer(hote, port=80, ssl=True, timeout=30):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configurer("192.168.1.1", port=8080, ssl=True)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Les arguments nommés rendent le code PLUS LISIBLE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*args - Nombre variable d'arguments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*args = nombre VARIABLE d'arguments positionnels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somme(*args):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print(f"Reçus : {args}")  # args est un tuple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total =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for n in args: total += 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return total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print(somme(1, 2))           # 3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print(somme(1, 2, 3, 4, 5))   # 15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print(somme())                  #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*args avec d'autres paramètres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afficher(titre, *elements):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print(f"=== {titre} ===")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for e in elements: print(f"  - {e}")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afficher("Courses", "Pain", "Lait", "Œufs")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Déballer une liste en arguments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nombres = [10, 20, 30]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print(somme(*nombres))  #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*args récupère les arguments supplémentaires dans un TUPLE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**kwargs - Arguments nommés variables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**kwargs = nombre VARIABLE d'arguments NOMMÉS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afficher_profil(**kwargs):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print(f"Reçus : {kwargs}")  # kwargs est un dict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for k, v in kwargs.items(): print(f"  {k}: {v}")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afficher_profil(nom="Utilisateur", age=25, ville="Paris")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*args ET **kwargs combinés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super_fonction(a, b, *args, **kwargs):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print(f"a={a}, b={b}, args={args}, kwargs={kwargs}")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super_fonction(1, 2, 3, 4, x=10, y=20)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a=1, b=2, args=(3, 4), kwargs={'x':10, 'y':20}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Ordre correct : positionnels → *args → défauts → **kwargs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**kwargs est utilisé dans Django, Flask, décorateurs...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Fonctions avancées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1. Crée multiplier(*nombres) qui multiplie tous les nombres</a:t>
            </a:r>
            <a:br/>
            <a:r>
              <a:t>2. Crée creer_utilisateur(nom, **infos) qui affiche le profil</a:t>
            </a:r>
            <a:br/>
            <a:r>
              <a:t>3. Crée formater_texte(texte, couleur="blanc", taille=12, gras=False)</a:t>
            </a:r>
            <a:br/>
            <a:r>
              <a:t>4. Crée une fonction qui calcule la moyenne d'une liste de notes</a:t>
            </a:r>
            <a:br/>
            <a:r>
              <a:t>5. Crée wrapper_temps(fonction) qui mesure le temps d'exécution</a:t>
            </a:r>
            <a:br/>
            <a:br/>
            <a:r>
              <a:t>BONUS : Démontre l'ordre correct des paramètres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def multiplier(*nombres):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 = 1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for n in nombres: r *= 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return 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def creer_utilisateur(nom, **infos):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print(f"Profil: {nom}")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for k,v in infos.items(): print(f"  {k}: {v}")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creer_utilisateur("Lucas", age=14, ville="Paris")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Paramètres par défaut : def f(x, y=10)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Arguments positionnels (ordre) vs nommés (nom=)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*args → tuple d'arguments positionnels variables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**kwargs → dict d'arguments nommés variables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Ordre : positionnels → *args → défauts → **kwargs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