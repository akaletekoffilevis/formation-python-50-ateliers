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Projet Final - Guide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Mets en pratique TOUT ce que tu as appris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Choisir un projet qui te passionne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Planifier et structurer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Appliquer tout ce qu'on a vu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Publier sur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Le projet final - Pourquoi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C'est le moment de montrer ce que tu sais faire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Ce projet doit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Utiliser la PLUPART des concepts vus dans le cours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Être quelque chose qui t'INTÉRESSE VRAIMENT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✅ Être PUBLIÉ sur GitHub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Choisis PARMI les idées ci-dessous ou INVENTE LA TIENNE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🎮 Jeux : Snake, Tic-Tac-Toe, Démineur, Jeu de rôle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📊 Outils : Gestionnaire de budget, Suivi d'habitudes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🌐 Web : To-do list en Flask, Portfolio, Wiki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📱 Utilitaires : Rappels, Organiseur de fichiers, Convertisseur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Critères d'évaluation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Fonctionnel (ça marche 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Code propre (PEP 8, docstrings)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Organisé (modules, fichiers séparés)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Testé (au moins quelques tests)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Versionné (Git + GitHub)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Idée 1 : Jeu Snake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 classique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Technologies : pygame (pip install pygame)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Concepts : POO, boucle de jeu, événements clavier, score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Fonctionnalités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Serpent qui grandit en mangeant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Score qui s'affiche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Game Over quand le serpent touche le bord/lui-même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Sauvegarde du meilleur score (JSON/BD)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Difficulté croissante (vitesse augmente)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Structure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snake/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snake.py (classe Serpent)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pomme.py (classe Pomme)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jeu.py (boucle principale)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scores.py (sauvegarde)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config.py (couleurs, vitesse, etc.)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💡 Pourquoi Snake ? : POO, événements, animation, fun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Idée 2 : Application Web de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site de quiz interactif avec Flask + SQLite.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Fonctionnalités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Inscription / Connexion (sessions)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CRUD des quiz et questions (admin)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Jouer : répondre aux questions, timer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Scoreboard : classement des joueurs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Catégories de quiz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Base de données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table utilisateurs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table quiz (titre, catégorie)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table questions (texte, réponses, bonne réponse)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table scores (utilisateur, quiz, score, date)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Pages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/ → accueil, /quiz → liste, /quiz/&lt;id&gt; → jouer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/admin → créer/modifier quiz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/scores → classement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💡 Pourquoi Quiz ? : Flask + BD + auth + CRUD complet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Idée 3 : Gestionnaire de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Suis tes dépenses avec des graphiques.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Technologies : Python + SQLite + matplotlib (graphiques)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Concepts : fichiers, BD, dates, statistiques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Fonctionnalités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Ajouter une dépense (montant, catégorie, date)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Voir le solde actuel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Graphiques par catégorie (camembert)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Graphiques par mois (barres)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Exporter en CSV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Budget mensuel avec alertes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Structure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budget/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depenses.py (classes Dépense, Budget)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base.py (SQLite CRUD)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graphiques.py (matplotlib)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export.py (CSV)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💡 Pourquoi Budget ? : BD + data viz + très utile dans la vie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Plan de travail recommandé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Semaine 1 - Planification (ne code pas encore)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Choisis ton 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Écris les fonctionnalités sur papier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Dessine l'architecture (fichiers, classes, BD)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Crée le dépôt GitHub avec README.md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Semaine 2 - Base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Structure du projet (dossiers, fichiers, venv)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Fonctionnalité de base qui marche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Premier commit fonctionnel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Semaine 3 - Améliorations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Ajoute les fonctionnalités secondaires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Améliore l'interface (Couleurs, ergonomie)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Commits réguliers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Semaine 4 - Polissage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Tests (au moins les fonctions principales)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Gestion des erreurs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README.md complet avec instructions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Push final sur GitHub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🎯 L'important : finir ! Même imparfait, un projet fini &gt; parfait abandonné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Checklist finale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Avant de considérer le projet terminé :</a:t>
            </a:r>
            <a:br/>
            <a:br/>
            <a:r>
              <a:t>☐ Le programme fonctionne sans erreur</a:t>
            </a:r>
            <a:br/>
            <a:r>
              <a:t>☐ Le code suit PEP 8</a:t>
            </a:r>
            <a:br/>
            <a:r>
              <a:t>☐ Les fonctions ont des docstrings</a:t>
            </a:r>
            <a:br/>
            <a:r>
              <a:t>☐ Les noms de variables sont clairs</a:t>
            </a:r>
            <a:br/>
            <a:r>
              <a:t>☐ Le projet est organisé en plusieurs fichiers</a:t>
            </a:r>
            <a:br/>
            <a:r>
              <a:t>☐ Il y a un .gitignore</a:t>
            </a:r>
            <a:br/>
            <a:r>
              <a:t>☐ Il y a un requirements.txt</a:t>
            </a:r>
            <a:br/>
            <a:r>
              <a:t>☐ Il y a un README.md avec :</a:t>
            </a:r>
            <a:br/>
            <a:r>
              <a:t>    • Description du projet</a:t>
            </a:r>
            <a:br/>
            <a:r>
              <a:t>    • Comment installer / lancer</a:t>
            </a:r>
            <a:br/>
            <a:r>
              <a:t>    • Comment utiliser</a:t>
            </a:r>
            <a:br/>
            <a:r>
              <a:t>    • Technologies utilisées</a:t>
            </a:r>
            <a:br/>
            <a:r>
              <a:t>☐ Le projet est sur GitHub</a:t>
            </a:r>
            <a:br/>
            <a:r>
              <a:t>☐ Tu es FIER du résultat !  🎉</a:t>
            </a:r>
            <a:br/>
            <a:br/>
            <a:r>
              <a:t>⚠ Si une case est vide : ce n'est pas grave, mais note-la comme amélioration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Choisis un projet qui te PASSIONNE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Planifie avant de coder (papier + crayon)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Commence SIMPLE, ajoute des fonctionnalités ensuite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Commit régulièrement, push sur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projet FINI vaut mieux qu'un projet PARFAIT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Le meilleur apprentissage = construire des projets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