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10362895" cy="41148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6B35"/>
                </a:solidFill>
                <a:latin typeface="Calibri"/>
              </a:defRPr>
            </a:pPr>
            <a:r>
              <a:t>Partie 5 - Projets Avancés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94484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Introduction à Flask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C757D"/>
                </a:solidFill>
                <a:latin typeface="Calibri"/>
              </a:defRPr>
            </a:pPr>
            <a:r>
              <a:t>Créer des applications web avec Python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4D8"/>
                </a:solidFill>
                <a:latin typeface="Calibri"/>
              </a:defRPr>
            </a:pPr>
            <a:r>
              <a:t>Objectifs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463040"/>
            <a:ext cx="10058400" cy="731520"/>
          </a:xfrm>
          <a:prstGeom prst="round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55448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✦ Comprendre le web (côté serveur)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468880"/>
            <a:ext cx="10058400" cy="731520"/>
          </a:xfrm>
          <a:prstGeom prst="round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56032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✦ Installer Flask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474720"/>
            <a:ext cx="10058400" cy="731520"/>
          </a:xfrm>
          <a:prstGeom prst="round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56616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✦ Créer des routes et vues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480560"/>
            <a:ext cx="10058400" cy="731520"/>
          </a:xfrm>
          <a:prstGeom prst="round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457200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✦ Afficher des pages HTML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6B35"/>
                </a:solidFill>
                <a:latin typeface="Calibri"/>
              </a:defRPr>
            </a:pPr>
            <a:r>
              <a:t>Du code console au web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Jusqu'à présent : programmes en LIGNE DE COMMANDE.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Terminal : python main.py → l'utilisateur tape des réponses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Avec Flask : on crée un SITE WEB !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Navigateur : http://localhost:5000 → clics, formulaires, pages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Flask = micro-framework web Python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Léger, simple à apprendre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Suffisant pour faire des vrais sites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Extensible avec des extensions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Comment ça marche 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1. Tu définis des ROUTES (URLs) dans ton code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2. Chaque route est liée à une FONCTION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3. La fonction retourne du HTML à afficher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/ (accueil) → def accueil(): return "&lt;h1&gt;Bonjour !&lt;/h1&gt;"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6B35"/>
                </a:solidFill>
                <a:latin typeface="Calibri"/>
              </a:defRPr>
            </a:pPr>
            <a:r>
              <a:t>Installation et première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Prérequis 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pip install flask  # (dans un venv !)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Plus simple d'installer 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# Créer un venv d'abord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python -m venv .venv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source .venv/bin/activate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pip install flask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Première app (app.py) 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from flask import Flask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app = Flask(__name__)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@app.route("/")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def accueil():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    return "Hello, Web !"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if __name__ == "__main__":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    app.run(debug=True)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Lancer : python app.py → http://localhost:5000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6B35"/>
                </a:solidFill>
                <a:latin typeface="Calibri"/>
              </a:defRPr>
            </a:pPr>
            <a:r>
              <a:t>Routes et paramètres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515600" cy="50292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34440"/>
            <a:ext cx="9966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from flask import Flask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app = Flask(__name__)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Route simple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@app.route("/")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def accueil():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return "&lt;h1&gt;Bienvenue !&lt;/h1&gt;"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Plusieurs routes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@app.route("/a-propos")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def a_propos():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return "&lt;p&gt;Apprentissage Python&lt;/p&gt;"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Route avec paramètre dans l'URL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@app.route("/utilisateur/&lt;nom&gt;")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def profil(nom):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return f"&lt;h2&gt;Profil de {nom}&lt;/h2&gt;"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Route avec paramètre typé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@app.route("/carrer/&lt;int:nombre&gt;")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def carre(nombre):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return f"&lt;p&gt;{nombre}² = {nombre**2}&lt;/p&gt;"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Routes avec plusieurs paramètres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@app.route("/addition/&lt;int:a&gt;/&lt;int:b&gt;")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def addition(a, b):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return f"{a} + {b} = {a+b}"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6B35"/>
                </a:solidFill>
                <a:latin typeface="Calibri"/>
              </a:defRPr>
            </a:pPr>
            <a:r>
              <a:t>Afficher du vrai HTML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515600" cy="50292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34440"/>
            <a:ext cx="9966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from flask import Flask, render_template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app = Flask(__name__)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Les templates HTML vont dans dossier templates/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@app.route("/")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def accueil():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return render_template("accueil.html")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@app.route("/bonjour/&lt;nom&gt;")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def bonjour(nom):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return render_template("bonjour.html", nom=nom, age=25)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templates/accueil.html 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&lt;!DOCTYPE html&gt;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&lt;html&gt;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&lt;head&gt;&lt;title&gt;Accueil&lt;/title&gt;&lt;/head&gt;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&lt;body&gt;&lt;h1&gt;Bienvenue !&lt;/h1&gt;&lt;/body&gt;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&lt;/html&gt;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templates/bonjour.html 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&lt;h1&gt;Bonjour {{ nom }} !&lt;/h1&gt;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&lt;p&gt;Tu as {{ age }} ans.&lt;/p&gt;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{{ variable }} = Jinja2 (moteur de templates)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On peut aussi faire : {% if %} {% for %}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6B35"/>
                </a:solidFill>
                <a:latin typeface="Calibri"/>
              </a:defRPr>
            </a:pPr>
            <a:r>
              <a:t>Jinja2 - Templates dynamiques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Jinja2 = moteur de templates intégré à Flask.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&lt;h1&gt;Bonjour {{ nom }}!&lt;/h1&gt;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{% if age &gt;= 18 %}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  &lt;p&gt;Tu es majeur.&lt;/p&gt;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{% else %}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  &lt;p&gt;Tu es mineur.&lt;/p&gt;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{% endif %}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&lt;ul&gt;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{% for item in liste %}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  &lt;li&gt;{{ item }}&lt;/li&gt;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{% endfor %}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&lt;/ul&gt;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Exemple complet dans python 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@app.route("/liste")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def liste():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    fruits = ["Pomme", "Banane", "Cerise"]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    return render_template("liste.html", fruits=fruits)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6B35"/>
                </a:solidFill>
                <a:latin typeface="Calibri"/>
              </a:defRPr>
            </a:pPr>
            <a:r>
              <a:t>Formulaires et méthodes GET/POST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515600" cy="50292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34440"/>
            <a:ext cx="9966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from flask import Flask, request, render_template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app = Flask(__name__)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@app.route("/", methods=["GET", "POST"])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def accueil():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if request.method == "POST":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nom = request.form["nom"]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return f"Bonjour {nom}!"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return """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&lt;form method="POST"&gt;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    &lt;input name="nom" placeholder="Ton nom"&gt;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    &lt;button type="submit"&gt;Valider&lt;/button&gt;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&lt;/form&gt;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"""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request.form = données POST du formulaire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request.args = paramètres GET (dans l'URL)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Exemple avec GET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@app.route("/search")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def search():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q = request.args.get("q", "")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return f"Recherche: {q}"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http://localhost:5000/search?q=python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6D6A0"/>
                </a:solidFill>
                <a:latin typeface="Calibri"/>
              </a:defRPr>
            </a:pPr>
            <a:r>
              <a:t>Exercice : Premier site Flask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515600" cy="3200400"/>
          </a:xfrm>
          <a:prstGeom prst="round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280160"/>
            <a:ext cx="9601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1. Crée un dossier "mon_site" avec venv + flask installé</a:t>
            </a:r>
            <a:br/>
            <a:r>
              <a:t>2. Crée app.py avec routes :</a:t>
            </a:r>
            <a:br/>
            <a:r>
              <a:t>   - / → page d'accueil ("Bienvenue sur mon site !")</a:t>
            </a:r>
            <a:br/>
            <a:r>
              <a:t>   - /salut/&lt;nom&gt; → "Salut nom !"</a:t>
            </a:r>
            <a:br/>
            <a:r>
              <a:t>   - /age/&lt;int:age&gt; → dit si majeur ou mineur</a:t>
            </a:r>
            <a:br/>
            <a:r>
              <a:t>   - /table/&lt;int:n&gt; → table de multiplication de n</a:t>
            </a:r>
            <a:br/>
            <a:br/>
            <a:r>
              <a:t>3. Crée le dossier templates/ avec :</a:t>
            </a:r>
            <a:br/>
            <a:r>
              <a:t>   - base.html (structure HTML commune)</a:t>
            </a:r>
            <a:br/>
            <a:r>
              <a:t>   - accueil.html qui hérite de base.html</a:t>
            </a:r>
            <a:br/>
            <a:br/>
            <a:r>
              <a:t>4. Lance : python app.py</a:t>
            </a:r>
            <a:br/>
            <a:r>
              <a:t>5. Va sur http://localhost:5000/table/7</a:t>
            </a:r>
            <a:br/>
            <a:br/>
            <a:r>
              <a:t>BONUS : Ajoute du CSS (fichier static/style.css)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6B35"/>
                </a:solidFill>
                <a:latin typeface="Calibri"/>
              </a:defRPr>
            </a:pPr>
            <a:r>
              <a:t>À retenir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10058400" cy="5943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4173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EE2E6"/>
                </a:solidFill>
                <a:latin typeface="Calibri"/>
              </a:defRPr>
            </a:pPr>
            <a:r>
              <a:t>✓ Flask = micro-framework web 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194560"/>
            <a:ext cx="10058400" cy="5943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2402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EE2E6"/>
                </a:solidFill>
                <a:latin typeface="Calibri"/>
              </a:defRPr>
            </a:pPr>
            <a:r>
              <a:t>✓ Route = URL liée à une fonction (décorateur @app.route)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017520"/>
            <a:ext cx="10058400" cy="5943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EE2E6"/>
                </a:solidFill>
                <a:latin typeface="Calibri"/>
              </a:defRPr>
            </a:pPr>
            <a:r>
              <a:t>✓ render_template() pour afficher du HTML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840480"/>
            <a:ext cx="10058400" cy="5943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8862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EE2E6"/>
                </a:solidFill>
                <a:latin typeface="Calibri"/>
              </a:defRPr>
            </a:pPr>
            <a:r>
              <a:t>✓ Jinja2 : {{ variable }}, {% if %}, {% for %}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663440"/>
            <a:ext cx="10058400" cy="5943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47091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EE2E6"/>
                </a:solidFill>
                <a:latin typeface="Calibri"/>
              </a:defRPr>
            </a:pPr>
            <a:r>
              <a:t>✓ request.form pour les formulaires POST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5486400"/>
            <a:ext cx="10058400" cy="5943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55321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EE2E6"/>
                </a:solidFill>
                <a:latin typeface="Calibri"/>
              </a:defRPr>
            </a:pPr>
            <a:r>
              <a:t>✓ Flask ouvre la porte aux applications WEB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